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embeddedFontLst>
    <p:embeddedFont>
      <p:font typeface="OPPOSans B" pitchFamily="18" charset="-122"/>
      <p:regular r:id="rId26"/>
    </p:embeddedFont>
    <p:embeddedFont>
      <p:font typeface="OPPOSans H" pitchFamily="18" charset="-122"/>
      <p:regular r:id="rId27"/>
    </p:embeddedFont>
    <p:embeddedFont>
      <p:font typeface="Source Han Sans" panose="020B0400000000000000" pitchFamily="34" charset="-128"/>
      <p:regular r:id="rId28"/>
    </p:embeddedFont>
    <p:embeddedFont>
      <p:font typeface="Source Han Sans CN Bold" panose="020B0800000000000000" pitchFamily="34" charset="-128"/>
      <p:regular r:id="rId29"/>
      <p:bold r:id="rId30"/>
    </p:embeddedFont>
    <p:embeddedFont>
      <p:font typeface="Source Han Sans CN Regular" panose="020B0A00000000000000" pitchFamily="34" charset="-128"/>
      <p:regular r:id="rId31"/>
      <p:bold r:id="rId3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6096"/>
            <a:ext cx="12192000" cy="684580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9325" y="1228697"/>
            <a:ext cx="7449403" cy="4851545"/>
          </a:xfrm>
          <a:custGeom>
            <a:avLst/>
            <a:gdLst>
              <a:gd name="connsiteX0" fmla="*/ 0 w 7509000"/>
              <a:gd name="connsiteY0" fmla="*/ 0 h 4594482"/>
              <a:gd name="connsiteX1" fmla="*/ 5329653 w 7509000"/>
              <a:gd name="connsiteY1" fmla="*/ 0 h 4594482"/>
              <a:gd name="connsiteX2" fmla="*/ 7509000 w 7509000"/>
              <a:gd name="connsiteY2" fmla="*/ 2297241 h 4594482"/>
              <a:gd name="connsiteX3" fmla="*/ 5329653 w 7509000"/>
              <a:gd name="connsiteY3" fmla="*/ 4594482 h 4594482"/>
              <a:gd name="connsiteX4" fmla="*/ 0 w 7509000"/>
              <a:gd name="connsiteY4" fmla="*/ 4594482 h 4594482"/>
            </a:gdLst>
            <a:ahLst/>
            <a:cxnLst/>
            <a:rect l="l" t="t" r="r" b="b"/>
            <a:pathLst>
              <a:path w="7509000" h="4594482">
                <a:moveTo>
                  <a:pt x="0" y="0"/>
                </a:moveTo>
                <a:lnTo>
                  <a:pt x="5329653" y="0"/>
                </a:lnTo>
                <a:cubicBezTo>
                  <a:pt x="6533273" y="0"/>
                  <a:pt x="7509000" y="1028510"/>
                  <a:pt x="7509000" y="2297241"/>
                </a:cubicBezTo>
                <a:cubicBezTo>
                  <a:pt x="7509000" y="3565972"/>
                  <a:pt x="6533273" y="4594482"/>
                  <a:pt x="5329653" y="4594482"/>
                </a:cubicBezTo>
                <a:lnTo>
                  <a:pt x="0" y="4594482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>
            <a:outerShdw blurRad="203200" dist="101600" sx="98000" sy="98000" algn="t" rotWithShape="0">
              <a:schemeClr val="accent1">
                <a:lumMod val="75000"/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1391548"/>
            <a:ext cx="7184641" cy="4507622"/>
          </a:xfrm>
          <a:custGeom>
            <a:avLst/>
            <a:gdLst>
              <a:gd name="connsiteX0" fmla="*/ 0 w 7992153"/>
              <a:gd name="connsiteY0" fmla="*/ 0 h 4469120"/>
              <a:gd name="connsiteX1" fmla="*/ 5757593 w 7992153"/>
              <a:gd name="connsiteY1" fmla="*/ 0 h 4469120"/>
              <a:gd name="connsiteX2" fmla="*/ 7992153 w 7992153"/>
              <a:gd name="connsiteY2" fmla="*/ 2234560 h 4469120"/>
              <a:gd name="connsiteX3" fmla="*/ 5757593 w 7992153"/>
              <a:gd name="connsiteY3" fmla="*/ 4469120 h 4469120"/>
              <a:gd name="connsiteX4" fmla="*/ 0 w 7992153"/>
              <a:gd name="connsiteY4" fmla="*/ 4469120 h 4469120"/>
            </a:gdLst>
            <a:ahLst/>
            <a:cxnLst/>
            <a:rect l="l" t="t" r="r" b="b"/>
            <a:pathLst>
              <a:path w="7992153" h="4469120">
                <a:moveTo>
                  <a:pt x="0" y="0"/>
                </a:moveTo>
                <a:lnTo>
                  <a:pt x="5757593" y="0"/>
                </a:lnTo>
                <a:cubicBezTo>
                  <a:pt x="6991706" y="0"/>
                  <a:pt x="7992153" y="1000447"/>
                  <a:pt x="7992153" y="2234560"/>
                </a:cubicBezTo>
                <a:cubicBezTo>
                  <a:pt x="7992153" y="3468673"/>
                  <a:pt x="6991706" y="4469120"/>
                  <a:pt x="5757593" y="4469120"/>
                </a:cubicBezTo>
                <a:lnTo>
                  <a:pt x="0" y="446912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52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miter/>
          </a:ln>
          <a:effectLst>
            <a:outerShdw blurRad="241300" dist="152400" dir="2699999" algn="tl" rotWithShape="0">
              <a:schemeClr val="accent1">
                <a:alpha val="23000"/>
              </a:schemeClr>
            </a:outerShdw>
          </a:effectLst>
        </p:spPr>
        <p:txBody>
          <a:bodyPr vert="horz" wrap="square" lIns="103113" tIns="51556" rIns="103113" bIns="5155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42116" y="2495560"/>
            <a:ext cx="5602273" cy="193206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39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TransPasc</a:t>
            </a:r>
            <a:r>
              <a:rPr kumimoji="1" lang="en-US" altLang="zh-CN" sz="39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 </a:t>
            </a:r>
            <a:r>
              <a:rPr kumimoji="1" lang="en-US" altLang="zh-CN" sz="39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编译器项目汇报</a:t>
            </a:r>
            <a:r>
              <a:rPr kumimoji="1" lang="en-US" altLang="zh-CN" sz="39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 PPT </a:t>
            </a:r>
            <a:r>
              <a:rPr kumimoji="1" lang="en-US" altLang="zh-CN" sz="39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大纲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692722" y="1852863"/>
            <a:ext cx="1579384" cy="5333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600" dirty="0">
                <a:ln w="1270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8" name="标题 1"/>
          <p:cNvSpPr txBox="1"/>
          <p:nvPr/>
        </p:nvSpPr>
        <p:spPr>
          <a:xfrm>
            <a:off x="1873774" y="2077915"/>
            <a:ext cx="3240000" cy="1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>
            <a:off x="656796" y="4611219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786083" y="4611219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915370" y="4611219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5400000">
            <a:off x="1058228" y="4611219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224442" y="4654276"/>
            <a:ext cx="4140000" cy="1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42116" y="5172433"/>
            <a:ext cx="2187575" cy="405966"/>
          </a:xfrm>
          <a:prstGeom prst="round2DiagRect">
            <a:avLst>
              <a:gd name="adj1" fmla="val 38943"/>
              <a:gd name="adj2" fmla="val 0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9525" cap="sq">
            <a:solidFill>
              <a:schemeClr val="bg1"/>
            </a:solidFill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322784" y="5260164"/>
            <a:ext cx="1600234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789083" y="5101694"/>
            <a:ext cx="386718" cy="386718"/>
          </a:xfrm>
          <a:prstGeom prst="ellipse">
            <a:avLst/>
          </a:prstGeom>
          <a:solidFill>
            <a:schemeClr val="bg1"/>
          </a:solidFill>
          <a:ln w="11430" cap="sq">
            <a:gradFill>
              <a:gsLst>
                <a:gs pos="0">
                  <a:schemeClr val="accent2">
                    <a:lumMod val="50000"/>
                    <a:lumOff val="50000"/>
                  </a:schemeClr>
                </a:gs>
                <a:gs pos="100000">
                  <a:schemeClr val="accent2">
                    <a:lumMod val="50000"/>
                    <a:lumOff val="50000"/>
                    <a:alpha val="20000"/>
                  </a:schemeClr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79868" y="5174745"/>
            <a:ext cx="205146" cy="222224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2700000" scaled="0"/>
          </a:gradFill>
          <a:ln w="9525" cap="sq">
            <a:solidFill>
              <a:schemeClr val="bg1"/>
            </a:solidFill>
            <a:miter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162815" y="5172433"/>
            <a:ext cx="2187575" cy="405966"/>
          </a:xfrm>
          <a:prstGeom prst="round2DiagRect">
            <a:avLst>
              <a:gd name="adj1" fmla="val 38943"/>
              <a:gd name="adj2" fmla="val 0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9525" cap="sq">
            <a:solidFill>
              <a:schemeClr val="bg1"/>
            </a:solidFill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3848563" y="5260164"/>
            <a:ext cx="1600234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3309782" y="5101694"/>
            <a:ext cx="386718" cy="386718"/>
          </a:xfrm>
          <a:prstGeom prst="ellipse">
            <a:avLst/>
          </a:prstGeom>
          <a:solidFill>
            <a:schemeClr val="bg1"/>
          </a:solidFill>
          <a:ln w="11430" cap="sq">
            <a:gradFill>
              <a:gsLst>
                <a:gs pos="0">
                  <a:schemeClr val="accent2">
                    <a:lumMod val="50000"/>
                    <a:lumOff val="50000"/>
                  </a:schemeClr>
                </a:gs>
                <a:gs pos="100000">
                  <a:schemeClr val="accent2">
                    <a:lumMod val="50000"/>
                    <a:lumOff val="50000"/>
                    <a:alpha val="20000"/>
                  </a:schemeClr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052767" y="5260164"/>
            <a:ext cx="841783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</a:rPr>
              <a:t>蔡逸文</a:t>
            </a:r>
            <a:endParaRPr kumimoji="1" lang="zh-CN" altLang="en-US" dirty="0"/>
          </a:p>
        </p:txBody>
      </p:sp>
      <p:sp>
        <p:nvSpPr>
          <p:cNvPr id="22" name="标题 1"/>
          <p:cNvSpPr txBox="1"/>
          <p:nvPr/>
        </p:nvSpPr>
        <p:spPr>
          <a:xfrm>
            <a:off x="4447917" y="5260164"/>
            <a:ext cx="841783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2025.5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96000" y="1"/>
            <a:ext cx="6096000" cy="4584909"/>
          </a:xfrm>
          <a:custGeom>
            <a:avLst/>
            <a:gdLst>
              <a:gd name="connsiteX0" fmla="*/ 139608 w 6096000"/>
              <a:gd name="connsiteY0" fmla="*/ 0 h 4584909"/>
              <a:gd name="connsiteX1" fmla="*/ 6096000 w 6096000"/>
              <a:gd name="connsiteY1" fmla="*/ 0 h 4584909"/>
              <a:gd name="connsiteX2" fmla="*/ 6096000 w 6096000"/>
              <a:gd name="connsiteY2" fmla="*/ 3576543 h 4584909"/>
              <a:gd name="connsiteX3" fmla="*/ 5891214 w 6096000"/>
              <a:gd name="connsiteY3" fmla="*/ 3762666 h 4584909"/>
              <a:gd name="connsiteX4" fmla="*/ 3600782 w 6096000"/>
              <a:gd name="connsiteY4" fmla="*/ 4584909 h 4584909"/>
              <a:gd name="connsiteX5" fmla="*/ 0 w 6096000"/>
              <a:gd name="connsiteY5" fmla="*/ 984127 h 4584909"/>
              <a:gd name="connsiteX6" fmla="*/ 73156 w 6096000"/>
              <a:gd name="connsiteY6" fmla="*/ 258444 h 4584909"/>
            </a:gdLst>
            <a:ahLst/>
            <a:cxnLst/>
            <a:rect l="l" t="t" r="r" b="b"/>
            <a:pathLst>
              <a:path w="6096000" h="4584909">
                <a:moveTo>
                  <a:pt x="139608" y="0"/>
                </a:moveTo>
                <a:lnTo>
                  <a:pt x="6096000" y="0"/>
                </a:lnTo>
                <a:lnTo>
                  <a:pt x="6096000" y="3576543"/>
                </a:lnTo>
                <a:lnTo>
                  <a:pt x="5891214" y="3762666"/>
                </a:lnTo>
                <a:cubicBezTo>
                  <a:pt x="5268786" y="4276338"/>
                  <a:pt x="4470819" y="4584909"/>
                  <a:pt x="3600782" y="4584909"/>
                </a:cubicBezTo>
                <a:cubicBezTo>
                  <a:pt x="1612125" y="4584909"/>
                  <a:pt x="0" y="2972784"/>
                  <a:pt x="0" y="984127"/>
                </a:cubicBezTo>
                <a:cubicBezTo>
                  <a:pt x="0" y="735545"/>
                  <a:pt x="25190" y="492846"/>
                  <a:pt x="73156" y="258444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6096000" y="1"/>
            <a:ext cx="6096000" cy="4584909"/>
          </a:xfrm>
          <a:custGeom>
            <a:avLst/>
            <a:gdLst>
              <a:gd name="connsiteX0" fmla="*/ 139608 w 6096000"/>
              <a:gd name="connsiteY0" fmla="*/ 0 h 4584909"/>
              <a:gd name="connsiteX1" fmla="*/ 6096000 w 6096000"/>
              <a:gd name="connsiteY1" fmla="*/ 0 h 4584909"/>
              <a:gd name="connsiteX2" fmla="*/ 6096000 w 6096000"/>
              <a:gd name="connsiteY2" fmla="*/ 3576543 h 4584909"/>
              <a:gd name="connsiteX3" fmla="*/ 5891214 w 6096000"/>
              <a:gd name="connsiteY3" fmla="*/ 3762666 h 4584909"/>
              <a:gd name="connsiteX4" fmla="*/ 3600782 w 6096000"/>
              <a:gd name="connsiteY4" fmla="*/ 4584909 h 4584909"/>
              <a:gd name="connsiteX5" fmla="*/ 0 w 6096000"/>
              <a:gd name="connsiteY5" fmla="*/ 984127 h 4584909"/>
              <a:gd name="connsiteX6" fmla="*/ 73156 w 6096000"/>
              <a:gd name="connsiteY6" fmla="*/ 258444 h 4584909"/>
            </a:gdLst>
            <a:ahLst/>
            <a:cxnLst/>
            <a:rect l="l" t="t" r="r" b="b"/>
            <a:pathLst>
              <a:path w="6096000" h="4584909">
                <a:moveTo>
                  <a:pt x="139608" y="0"/>
                </a:moveTo>
                <a:lnTo>
                  <a:pt x="6096000" y="0"/>
                </a:lnTo>
                <a:lnTo>
                  <a:pt x="6096000" y="3576543"/>
                </a:lnTo>
                <a:lnTo>
                  <a:pt x="5891214" y="3762666"/>
                </a:lnTo>
                <a:cubicBezTo>
                  <a:pt x="5268786" y="4276338"/>
                  <a:pt x="4470819" y="4584909"/>
                  <a:pt x="3600782" y="4584909"/>
                </a:cubicBezTo>
                <a:cubicBezTo>
                  <a:pt x="1612125" y="4584909"/>
                  <a:pt x="0" y="2972784"/>
                  <a:pt x="0" y="984127"/>
                </a:cubicBezTo>
                <a:cubicBezTo>
                  <a:pt x="0" y="735545"/>
                  <a:pt x="25190" y="492846"/>
                  <a:pt x="73156" y="2584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45000"/>
            </a:schemeClr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6287166" y="1"/>
            <a:ext cx="5904835" cy="4393745"/>
          </a:xfrm>
          <a:custGeom>
            <a:avLst/>
            <a:gdLst>
              <a:gd name="connsiteX0" fmla="*/ 145630 w 5904835"/>
              <a:gd name="connsiteY0" fmla="*/ 0 h 4393745"/>
              <a:gd name="connsiteX1" fmla="*/ 5904835 w 5904835"/>
              <a:gd name="connsiteY1" fmla="*/ 0 h 4393745"/>
              <a:gd name="connsiteX2" fmla="*/ 5904835 w 5904835"/>
              <a:gd name="connsiteY2" fmla="*/ 3302388 h 4393745"/>
              <a:gd name="connsiteX3" fmla="*/ 5820581 w 5904835"/>
              <a:gd name="connsiteY3" fmla="*/ 3395091 h 4393745"/>
              <a:gd name="connsiteX4" fmla="*/ 3409617 w 5904835"/>
              <a:gd name="connsiteY4" fmla="*/ 4393745 h 4393745"/>
              <a:gd name="connsiteX5" fmla="*/ 0 w 5904835"/>
              <a:gd name="connsiteY5" fmla="*/ 984127 h 4393745"/>
              <a:gd name="connsiteX6" fmla="*/ 69271 w 5904835"/>
              <a:gd name="connsiteY6" fmla="*/ 296970 h 4393745"/>
            </a:gdLst>
            <a:ahLst/>
            <a:cxnLst/>
            <a:rect l="l" t="t" r="r" b="b"/>
            <a:pathLst>
              <a:path w="5904835" h="4393745">
                <a:moveTo>
                  <a:pt x="145630" y="0"/>
                </a:moveTo>
                <a:lnTo>
                  <a:pt x="5904835" y="0"/>
                </a:lnTo>
                <a:lnTo>
                  <a:pt x="5904835" y="3302388"/>
                </a:lnTo>
                <a:lnTo>
                  <a:pt x="5820581" y="3395091"/>
                </a:lnTo>
                <a:cubicBezTo>
                  <a:pt x="5203561" y="4012111"/>
                  <a:pt x="4351157" y="4393745"/>
                  <a:pt x="3409617" y="4393745"/>
                </a:cubicBezTo>
                <a:cubicBezTo>
                  <a:pt x="1526537" y="4393745"/>
                  <a:pt x="0" y="2867207"/>
                  <a:pt x="0" y="984127"/>
                </a:cubicBezTo>
                <a:cubicBezTo>
                  <a:pt x="0" y="748742"/>
                  <a:pt x="23852" y="518928"/>
                  <a:pt x="69271" y="29697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>
            <a:alphaModFix/>
          </a:blip>
          <a:srcRect t="1561" b="1561"/>
          <a:stretch>
            <a:fillRect/>
          </a:stretch>
        </p:blipFill>
        <p:spPr>
          <a:xfrm>
            <a:off x="6600826" y="2"/>
            <a:ext cx="5591174" cy="4080083"/>
          </a:xfrm>
          <a:custGeom>
            <a:avLst/>
            <a:gdLst>
              <a:gd name="connsiteX0" fmla="*/ 162424 w 5591174"/>
              <a:gd name="connsiteY0" fmla="*/ 0 h 4080083"/>
              <a:gd name="connsiteX1" fmla="*/ 5591174 w 5591174"/>
              <a:gd name="connsiteY1" fmla="*/ 0 h 4080083"/>
              <a:gd name="connsiteX2" fmla="*/ 5591174 w 5591174"/>
              <a:gd name="connsiteY2" fmla="*/ 2811386 h 4080083"/>
              <a:gd name="connsiteX3" fmla="*/ 5484946 w 5591174"/>
              <a:gd name="connsiteY3" fmla="*/ 2953443 h 4080083"/>
              <a:gd name="connsiteX4" fmla="*/ 3095956 w 5591174"/>
              <a:gd name="connsiteY4" fmla="*/ 4080083 h 4080083"/>
              <a:gd name="connsiteX5" fmla="*/ 0 w 5591174"/>
              <a:gd name="connsiteY5" fmla="*/ 984127 h 4080083"/>
              <a:gd name="connsiteX6" fmla="*/ 139188 w 5591174"/>
              <a:gd name="connsiteY6" fmla="*/ 63485 h 4080083"/>
            </a:gdLst>
            <a:ahLst/>
            <a:cxnLst/>
            <a:rect l="l" t="t" r="r" b="b"/>
            <a:pathLst>
              <a:path w="5591174" h="4080083">
                <a:moveTo>
                  <a:pt x="162424" y="0"/>
                </a:moveTo>
                <a:lnTo>
                  <a:pt x="5591174" y="0"/>
                </a:lnTo>
                <a:lnTo>
                  <a:pt x="5591174" y="2811386"/>
                </a:lnTo>
                <a:lnTo>
                  <a:pt x="5484946" y="2953443"/>
                </a:lnTo>
                <a:cubicBezTo>
                  <a:pt x="4917102" y="3641510"/>
                  <a:pt x="4057746" y="4080083"/>
                  <a:pt x="3095956" y="4080083"/>
                </a:cubicBezTo>
                <a:cubicBezTo>
                  <a:pt x="1386107" y="4080083"/>
                  <a:pt x="0" y="2693976"/>
                  <a:pt x="0" y="984127"/>
                </a:cubicBezTo>
                <a:cubicBezTo>
                  <a:pt x="0" y="663531"/>
                  <a:pt x="48731" y="354315"/>
                  <a:pt x="139188" y="6348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7" name="标题 1"/>
          <p:cNvSpPr txBox="1"/>
          <p:nvPr/>
        </p:nvSpPr>
        <p:spPr>
          <a:xfrm>
            <a:off x="8770712" y="3432630"/>
            <a:ext cx="3421288" cy="3425371"/>
          </a:xfrm>
          <a:custGeom>
            <a:avLst/>
            <a:gdLst>
              <a:gd name="connsiteX0" fmla="*/ 2486355 w 3421288"/>
              <a:gd name="connsiteY0" fmla="*/ 0 h 3425371"/>
              <a:gd name="connsiteX1" fmla="*/ 3225721 w 3421288"/>
              <a:gd name="connsiteY1" fmla="*/ 111782 h 3425371"/>
              <a:gd name="connsiteX2" fmla="*/ 3421288 w 3421288"/>
              <a:gd name="connsiteY2" fmla="*/ 183360 h 3425371"/>
              <a:gd name="connsiteX3" fmla="*/ 3421288 w 3421288"/>
              <a:gd name="connsiteY3" fmla="*/ 3425371 h 3425371"/>
              <a:gd name="connsiteX4" fmla="*/ 184854 w 3421288"/>
              <a:gd name="connsiteY4" fmla="*/ 3425371 h 3425371"/>
              <a:gd name="connsiteX5" fmla="*/ 111781 w 3421288"/>
              <a:gd name="connsiteY5" fmla="*/ 3225721 h 3425371"/>
              <a:gd name="connsiteX6" fmla="*/ 0 w 3421288"/>
              <a:gd name="connsiteY6" fmla="*/ 2486355 h 3425371"/>
              <a:gd name="connsiteX7" fmla="*/ 2486355 w 3421288"/>
              <a:gd name="connsiteY7" fmla="*/ 0 h 3425371"/>
            </a:gdLst>
            <a:ahLst/>
            <a:cxnLst/>
            <a:rect l="l" t="t" r="r" b="b"/>
            <a:pathLst>
              <a:path w="3421288" h="3425371">
                <a:moveTo>
                  <a:pt x="2486355" y="0"/>
                </a:moveTo>
                <a:cubicBezTo>
                  <a:pt x="2743826" y="0"/>
                  <a:pt x="2992156" y="39135"/>
                  <a:pt x="3225721" y="111782"/>
                </a:cubicBezTo>
                <a:lnTo>
                  <a:pt x="3421288" y="183360"/>
                </a:lnTo>
                <a:lnTo>
                  <a:pt x="3421288" y="3425371"/>
                </a:lnTo>
                <a:lnTo>
                  <a:pt x="184854" y="3425371"/>
                </a:lnTo>
                <a:lnTo>
                  <a:pt x="111781" y="3225721"/>
                </a:lnTo>
                <a:cubicBezTo>
                  <a:pt x="39135" y="2992156"/>
                  <a:pt x="0" y="2743826"/>
                  <a:pt x="0" y="2486355"/>
                </a:cubicBezTo>
                <a:cubicBezTo>
                  <a:pt x="0" y="1113179"/>
                  <a:pt x="1113179" y="0"/>
                  <a:pt x="2486355" y="0"/>
                </a:cubicBezTo>
                <a:close/>
              </a:path>
            </a:pathLst>
          </a:custGeom>
          <a:solidFill>
            <a:schemeClr val="accent2"/>
          </a:solidFill>
          <a:ln w="38100" cap="sq">
            <a:solidFill>
              <a:schemeClr val="accent2">
                <a:lumMod val="60000"/>
                <a:lumOff val="40000"/>
              </a:schemeClr>
            </a:solidFill>
            <a:miter/>
          </a:ln>
          <a:effectLst>
            <a:outerShdw blurRad="1905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8923112" y="3585030"/>
            <a:ext cx="3268888" cy="3272971"/>
          </a:xfrm>
          <a:custGeom>
            <a:avLst/>
            <a:gdLst>
              <a:gd name="connsiteX0" fmla="*/ 2333955 w 3268888"/>
              <a:gd name="connsiteY0" fmla="*/ 0 h 3272971"/>
              <a:gd name="connsiteX1" fmla="*/ 3242436 w 3268888"/>
              <a:gd name="connsiteY1" fmla="*/ 183414 h 3272971"/>
              <a:gd name="connsiteX2" fmla="*/ 3268888 w 3268888"/>
              <a:gd name="connsiteY2" fmla="*/ 196157 h 3272971"/>
              <a:gd name="connsiteX3" fmla="*/ 3268888 w 3268888"/>
              <a:gd name="connsiteY3" fmla="*/ 728720 h 3272971"/>
              <a:gd name="connsiteX4" fmla="*/ 3220174 w 3268888"/>
              <a:gd name="connsiteY4" fmla="*/ 699125 h 3272971"/>
              <a:gd name="connsiteX5" fmla="*/ 2333955 w 3268888"/>
              <a:gd name="connsiteY5" fmla="*/ 474726 h 3272971"/>
              <a:gd name="connsiteX6" fmla="*/ 474726 w 3268888"/>
              <a:gd name="connsiteY6" fmla="*/ 2333955 h 3272971"/>
              <a:gd name="connsiteX7" fmla="*/ 699125 w 3268888"/>
              <a:gd name="connsiteY7" fmla="*/ 3220174 h 3272971"/>
              <a:gd name="connsiteX8" fmla="*/ 731200 w 3268888"/>
              <a:gd name="connsiteY8" fmla="*/ 3272971 h 3272971"/>
              <a:gd name="connsiteX9" fmla="*/ 198123 w 3268888"/>
              <a:gd name="connsiteY9" fmla="*/ 3272971 h 3272971"/>
              <a:gd name="connsiteX10" fmla="*/ 183414 w 3268888"/>
              <a:gd name="connsiteY10" fmla="*/ 3242436 h 3272971"/>
              <a:gd name="connsiteX11" fmla="*/ 0 w 3268888"/>
              <a:gd name="connsiteY11" fmla="*/ 2333955 h 3272971"/>
              <a:gd name="connsiteX12" fmla="*/ 2333955 w 3268888"/>
              <a:gd name="connsiteY12" fmla="*/ 0 h 3272971"/>
            </a:gdLst>
            <a:ahLst/>
            <a:cxnLst/>
            <a:rect l="l" t="t" r="r" b="b"/>
            <a:pathLst>
              <a:path w="3268888" h="3272971">
                <a:moveTo>
                  <a:pt x="2333955" y="0"/>
                </a:moveTo>
                <a:cubicBezTo>
                  <a:pt x="2656207" y="0"/>
                  <a:pt x="2963205" y="65309"/>
                  <a:pt x="3242436" y="183414"/>
                </a:cubicBezTo>
                <a:lnTo>
                  <a:pt x="3268888" y="196157"/>
                </a:lnTo>
                <a:lnTo>
                  <a:pt x="3268888" y="728720"/>
                </a:lnTo>
                <a:lnTo>
                  <a:pt x="3220174" y="699125"/>
                </a:lnTo>
                <a:cubicBezTo>
                  <a:pt x="2956734" y="556016"/>
                  <a:pt x="2654838" y="474726"/>
                  <a:pt x="2333955" y="474726"/>
                </a:cubicBezTo>
                <a:cubicBezTo>
                  <a:pt x="1307131" y="474726"/>
                  <a:pt x="474726" y="1307131"/>
                  <a:pt x="474726" y="2333955"/>
                </a:cubicBezTo>
                <a:cubicBezTo>
                  <a:pt x="474726" y="2654838"/>
                  <a:pt x="556016" y="2956734"/>
                  <a:pt x="699125" y="3220174"/>
                </a:cubicBezTo>
                <a:lnTo>
                  <a:pt x="731200" y="3272971"/>
                </a:lnTo>
                <a:lnTo>
                  <a:pt x="198123" y="3272971"/>
                </a:lnTo>
                <a:lnTo>
                  <a:pt x="183414" y="3242436"/>
                </a:lnTo>
                <a:cubicBezTo>
                  <a:pt x="65309" y="2963205"/>
                  <a:pt x="0" y="2656207"/>
                  <a:pt x="0" y="2333955"/>
                </a:cubicBezTo>
                <a:cubicBezTo>
                  <a:pt x="0" y="1044947"/>
                  <a:pt x="1044947" y="0"/>
                  <a:pt x="2333955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6245823" y="3463539"/>
            <a:ext cx="2550430" cy="255043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317500" sx="102000" sy="102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1634647" y="6473186"/>
            <a:ext cx="268882" cy="26888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11733063" y="6553133"/>
            <a:ext cx="89170" cy="108989"/>
          </a:xfrm>
          <a:custGeom>
            <a:avLst/>
            <a:gdLst>
              <a:gd name="connsiteX0" fmla="*/ 1308571 w 1443284"/>
              <a:gd name="connsiteY0" fmla="*/ 676022 h 1764072"/>
              <a:gd name="connsiteX1" fmla="*/ 1308571 w 1443284"/>
              <a:gd name="connsiteY1" fmla="*/ 1087904 h 1764072"/>
              <a:gd name="connsiteX2" fmla="*/ 325189 w 1443284"/>
              <a:gd name="connsiteY2" fmla="*/ 1710749 h 1764072"/>
              <a:gd name="connsiteX3" fmla="*/ 0 w 1443284"/>
              <a:gd name="connsiteY3" fmla="*/ 1545550 h 1764072"/>
              <a:gd name="connsiteX4" fmla="*/ 0 w 1443284"/>
              <a:gd name="connsiteY4" fmla="*/ 218561 h 1764072"/>
              <a:gd name="connsiteX5" fmla="*/ 325189 w 1443284"/>
              <a:gd name="connsiteY5" fmla="*/ 53362 h 1764072"/>
              <a:gd name="connsiteX6" fmla="*/ 1308571 w 1443284"/>
              <a:gd name="connsiteY6" fmla="*/ 676022 h 1764072"/>
            </a:gdLst>
            <a:ahLst/>
            <a:cxnLst/>
            <a:rect l="l" t="t" r="r" b="b"/>
            <a:pathLst>
              <a:path w="1443284" h="1764072">
                <a:moveTo>
                  <a:pt x="1308571" y="676022"/>
                </a:moveTo>
                <a:cubicBezTo>
                  <a:pt x="1488281" y="789689"/>
                  <a:pt x="1488095" y="974236"/>
                  <a:pt x="1308571" y="1087904"/>
                </a:cubicBezTo>
                <a:lnTo>
                  <a:pt x="325189" y="1710749"/>
                </a:lnTo>
                <a:cubicBezTo>
                  <a:pt x="145479" y="1824417"/>
                  <a:pt x="0" y="1750375"/>
                  <a:pt x="0" y="1545550"/>
                </a:cubicBezTo>
                <a:lnTo>
                  <a:pt x="0" y="218561"/>
                </a:lnTo>
                <a:cubicBezTo>
                  <a:pt x="0" y="13551"/>
                  <a:pt x="145666" y="-60305"/>
                  <a:pt x="325189" y="53362"/>
                </a:cubicBezTo>
                <a:lnTo>
                  <a:pt x="1308571" y="676022"/>
                </a:lnTo>
                <a:close/>
              </a:path>
            </a:pathLst>
          </a:custGeom>
          <a:solidFill>
            <a:schemeClr val="accent2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8291051" y="5973620"/>
            <a:ext cx="196692" cy="19669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6570033" y="6147509"/>
            <a:ext cx="143917" cy="14391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5594418" y="1969794"/>
            <a:ext cx="220562" cy="220562"/>
          </a:xfrm>
          <a:prstGeom prst="ellipse">
            <a:avLst/>
          </a:prstGeom>
          <a:solidFill>
            <a:schemeClr val="accent1"/>
          </a:soli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4">
            <a:alphaModFix/>
          </a:blip>
          <a:srcRect l="16667" r="16667"/>
          <a:stretch>
            <a:fillRect/>
          </a:stretch>
        </p:blipFill>
        <p:spPr>
          <a:xfrm>
            <a:off x="6394812" y="3612528"/>
            <a:ext cx="2252452" cy="2252452"/>
          </a:xfrm>
          <a:custGeom>
            <a:avLst/>
            <a:gdLst>
              <a:gd name="connsiteX0" fmla="*/ 1126226 w 2252452"/>
              <a:gd name="connsiteY0" fmla="*/ 0 h 2252452"/>
              <a:gd name="connsiteX1" fmla="*/ 2252452 w 2252452"/>
              <a:gd name="connsiteY1" fmla="*/ 1126226 h 2252452"/>
              <a:gd name="connsiteX2" fmla="*/ 1126226 w 2252452"/>
              <a:gd name="connsiteY2" fmla="*/ 2252452 h 2252452"/>
              <a:gd name="connsiteX3" fmla="*/ 0 w 2252452"/>
              <a:gd name="connsiteY3" fmla="*/ 1126226 h 2252452"/>
              <a:gd name="connsiteX4" fmla="*/ 1126226 w 2252452"/>
              <a:gd name="connsiteY4" fmla="*/ 0 h 2252452"/>
            </a:gdLst>
            <a:ahLst/>
            <a:cxnLst/>
            <a:rect l="l" t="t" r="r" b="b"/>
            <a:pathLst>
              <a:path w="2252452" h="2252452">
                <a:moveTo>
                  <a:pt x="1126226" y="0"/>
                </a:moveTo>
                <a:cubicBezTo>
                  <a:pt x="1748223" y="0"/>
                  <a:pt x="2252452" y="504229"/>
                  <a:pt x="2252452" y="1126226"/>
                </a:cubicBezTo>
                <a:cubicBezTo>
                  <a:pt x="2252452" y="1748223"/>
                  <a:pt x="1748223" y="2252452"/>
                  <a:pt x="1126226" y="2252452"/>
                </a:cubicBezTo>
                <a:cubicBezTo>
                  <a:pt x="504229" y="2252452"/>
                  <a:pt x="0" y="1748223"/>
                  <a:pt x="0" y="1126226"/>
                </a:cubicBezTo>
                <a:cubicBezTo>
                  <a:pt x="0" y="504229"/>
                  <a:pt x="504229" y="0"/>
                  <a:pt x="112622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6" name="标题 1"/>
          <p:cNvSpPr txBox="1"/>
          <p:nvPr/>
        </p:nvSpPr>
        <p:spPr>
          <a:xfrm>
            <a:off x="9687390" y="5367898"/>
            <a:ext cx="2368251" cy="6617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004EE0">
                    <a:alpha val="41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DESIGN</a:t>
            </a: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7571526" y="6160090"/>
            <a:ext cx="545340" cy="54534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8" name="标题 1"/>
          <p:cNvSpPr txBox="1"/>
          <p:nvPr/>
        </p:nvSpPr>
        <p:spPr>
          <a:xfrm rot="20859853">
            <a:off x="7715596" y="6304160"/>
            <a:ext cx="257200" cy="257200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0" name="标题 1"/>
          <p:cNvSpPr txBox="1"/>
          <p:nvPr/>
        </p:nvSpPr>
        <p:spPr>
          <a:xfrm>
            <a:off x="790653" y="546422"/>
            <a:ext cx="1460232" cy="181329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1" name="标题 1"/>
          <p:cNvSpPr txBox="1"/>
          <p:nvPr/>
        </p:nvSpPr>
        <p:spPr>
          <a:xfrm>
            <a:off x="3394640" y="5189116"/>
            <a:ext cx="203757" cy="211874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/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2700000" scaled="0"/>
          </a:gradFill>
          <a:ln w="1860" cap="flat">
            <a:solidFill>
              <a:schemeClr val="bg1">
                <a:alpha val="100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470" y="132189"/>
            <a:ext cx="1345331" cy="3663244"/>
          </a:xfrm>
          <a:custGeom>
            <a:avLst/>
            <a:gdLst>
              <a:gd name="connsiteX0" fmla="*/ 1300721 w 1300721"/>
              <a:gd name="connsiteY0" fmla="*/ 2271553 h 3541774"/>
              <a:gd name="connsiteX1" fmla="*/ 573439 w 1300721"/>
              <a:gd name="connsiteY1" fmla="*/ 3541775 h 3541774"/>
              <a:gd name="connsiteX2" fmla="*/ 0 w 1300721"/>
              <a:gd name="connsiteY2" fmla="*/ 2539771 h 3541774"/>
              <a:gd name="connsiteX3" fmla="*/ 0 w 1300721"/>
              <a:gd name="connsiteY3" fmla="*/ 0 h 3541774"/>
              <a:gd name="connsiteX4" fmla="*/ 1300721 w 1300721"/>
              <a:gd name="connsiteY4" fmla="*/ 2271553 h 3541774"/>
            </a:gdLst>
            <a:ahLst/>
            <a:cxnLst/>
            <a:rect l="l" t="t" r="r" b="b"/>
            <a:pathLst>
              <a:path w="1300721" h="3541774">
                <a:moveTo>
                  <a:pt x="1300721" y="2271553"/>
                </a:moveTo>
                <a:lnTo>
                  <a:pt x="573439" y="3541775"/>
                </a:lnTo>
                <a:lnTo>
                  <a:pt x="0" y="2539771"/>
                </a:lnTo>
                <a:lnTo>
                  <a:pt x="0" y="0"/>
                </a:lnTo>
                <a:lnTo>
                  <a:pt x="1300721" y="227155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2000">
                <a:schemeClr val="accent1">
                  <a:lumMod val="75000"/>
                </a:schemeClr>
              </a:gs>
            </a:gsLst>
            <a:lin ang="2700000" scaled="0"/>
          </a:gradFill>
          <a:ln w="22371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0" y="619"/>
            <a:ext cx="3519125" cy="6857381"/>
          </a:xfrm>
          <a:custGeom>
            <a:avLst/>
            <a:gdLst>
              <a:gd name="connsiteX0" fmla="*/ 32628 w 3519125"/>
              <a:gd name="connsiteY0" fmla="*/ 0 h 6857381"/>
              <a:gd name="connsiteX1" fmla="*/ 2100032 w 3519125"/>
              <a:gd name="connsiteY1" fmla="*/ 0 h 6857381"/>
              <a:gd name="connsiteX2" fmla="*/ 3519125 w 3519125"/>
              <a:gd name="connsiteY2" fmla="*/ 2481906 h 6857381"/>
              <a:gd name="connsiteX3" fmla="*/ 3500337 w 3519125"/>
              <a:gd name="connsiteY3" fmla="*/ 2515770 h 6857381"/>
              <a:gd name="connsiteX4" fmla="*/ 2964524 w 3519125"/>
              <a:gd name="connsiteY4" fmla="*/ 3451472 h 6857381"/>
              <a:gd name="connsiteX5" fmla="*/ 2373506 w 3519125"/>
              <a:gd name="connsiteY5" fmla="*/ 4483898 h 6857381"/>
              <a:gd name="connsiteX6" fmla="*/ 1339456 w 3519125"/>
              <a:gd name="connsiteY6" fmla="*/ 6290122 h 6857381"/>
              <a:gd name="connsiteX7" fmla="*/ 1014653 w 3519125"/>
              <a:gd name="connsiteY7" fmla="*/ 6857381 h 6857381"/>
              <a:gd name="connsiteX8" fmla="*/ 0 w 3519125"/>
              <a:gd name="connsiteY8" fmla="*/ 6857381 h 6857381"/>
              <a:gd name="connsiteX9" fmla="*/ 0 w 3519125"/>
              <a:gd name="connsiteY9" fmla="*/ 5020272 h 6857381"/>
              <a:gd name="connsiteX10" fmla="*/ 307725 w 3519125"/>
              <a:gd name="connsiteY10" fmla="*/ 4482970 h 6857381"/>
              <a:gd name="connsiteX11" fmla="*/ 1433861 w 3519125"/>
              <a:gd name="connsiteY11" fmla="*/ 2515770 h 6857381"/>
              <a:gd name="connsiteX12" fmla="*/ 1453345 w 3519125"/>
              <a:gd name="connsiteY12" fmla="*/ 2481906 h 6857381"/>
              <a:gd name="connsiteX13" fmla="*/ 211464 w 3519125"/>
              <a:gd name="connsiteY13" fmla="*/ 311051 h 6857381"/>
            </a:gdLst>
            <a:ahLst/>
            <a:cxnLst/>
            <a:rect l="l" t="t" r="r" b="b"/>
            <a:pathLst>
              <a:path w="3519125" h="6857381">
                <a:moveTo>
                  <a:pt x="32628" y="0"/>
                </a:moveTo>
                <a:lnTo>
                  <a:pt x="2100032" y="0"/>
                </a:lnTo>
                <a:lnTo>
                  <a:pt x="3519125" y="2481906"/>
                </a:lnTo>
                <a:lnTo>
                  <a:pt x="3500337" y="2515770"/>
                </a:lnTo>
                <a:lnTo>
                  <a:pt x="2964524" y="3451472"/>
                </a:lnTo>
                <a:lnTo>
                  <a:pt x="2373506" y="4483898"/>
                </a:lnTo>
                <a:lnTo>
                  <a:pt x="1339456" y="6290122"/>
                </a:lnTo>
                <a:lnTo>
                  <a:pt x="1014653" y="6857381"/>
                </a:lnTo>
                <a:lnTo>
                  <a:pt x="0" y="6857381"/>
                </a:lnTo>
                <a:lnTo>
                  <a:pt x="0" y="5020272"/>
                </a:lnTo>
                <a:lnTo>
                  <a:pt x="307725" y="4482970"/>
                </a:lnTo>
                <a:lnTo>
                  <a:pt x="1433861" y="2515770"/>
                </a:lnTo>
                <a:lnTo>
                  <a:pt x="1453345" y="2481906"/>
                </a:lnTo>
                <a:lnTo>
                  <a:pt x="211464" y="311051"/>
                </a:lnTo>
                <a:close/>
              </a:path>
            </a:pathLst>
          </a:custGeom>
          <a:solidFill>
            <a:schemeClr val="accent2"/>
          </a:solidFill>
          <a:ln w="22371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flipH="1" flipV="1">
            <a:off x="1690624" y="4527697"/>
            <a:ext cx="2107182" cy="2330303"/>
          </a:xfrm>
          <a:custGeom>
            <a:avLst/>
            <a:gdLst>
              <a:gd name="connsiteX0" fmla="*/ 1333709 w 2107182"/>
              <a:gd name="connsiteY0" fmla="*/ 2330303 h 2330303"/>
              <a:gd name="connsiteX1" fmla="*/ 0 w 2107182"/>
              <a:gd name="connsiteY1" fmla="*/ 0 h 2330303"/>
              <a:gd name="connsiteX2" fmla="*/ 1547408 w 2107182"/>
              <a:gd name="connsiteY2" fmla="*/ 0 h 2330303"/>
              <a:gd name="connsiteX3" fmla="*/ 2107182 w 2107182"/>
              <a:gd name="connsiteY3" fmla="*/ 978196 h 2330303"/>
            </a:gdLst>
            <a:ahLst/>
            <a:cxnLst/>
            <a:rect l="l" t="t" r="r" b="b"/>
            <a:pathLst>
              <a:path w="2107182" h="2330303">
                <a:moveTo>
                  <a:pt x="1333709" y="2330303"/>
                </a:moveTo>
                <a:lnTo>
                  <a:pt x="0" y="0"/>
                </a:lnTo>
                <a:lnTo>
                  <a:pt x="1547408" y="0"/>
                </a:lnTo>
                <a:lnTo>
                  <a:pt x="2107182" y="978196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2000">
                <a:schemeClr val="accent1">
                  <a:lumMod val="75000"/>
                </a:schemeClr>
              </a:gs>
            </a:gsLst>
            <a:lin ang="2700000" scaled="0"/>
          </a:gradFill>
          <a:ln w="634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flipV="1">
            <a:off x="0" y="2947735"/>
            <a:ext cx="534484" cy="1868331"/>
          </a:xfrm>
          <a:custGeom>
            <a:avLst/>
            <a:gdLst>
              <a:gd name="connsiteX0" fmla="*/ 0 w 534484"/>
              <a:gd name="connsiteY0" fmla="*/ 1868331 h 1868331"/>
              <a:gd name="connsiteX1" fmla="*/ 534484 w 534484"/>
              <a:gd name="connsiteY1" fmla="*/ 934001 h 1868331"/>
              <a:gd name="connsiteX2" fmla="*/ 0 w 534484"/>
              <a:gd name="connsiteY2" fmla="*/ 0 h 1868331"/>
            </a:gdLst>
            <a:ahLst/>
            <a:cxnLst/>
            <a:rect l="l" t="t" r="r" b="b"/>
            <a:pathLst>
              <a:path w="534484" h="1868331">
                <a:moveTo>
                  <a:pt x="0" y="1868331"/>
                </a:moveTo>
                <a:lnTo>
                  <a:pt x="534484" y="934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50000"/>
              <a:lumOff val="50000"/>
            </a:schemeClr>
          </a:solidFill>
          <a:ln w="634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470255" y="685583"/>
            <a:ext cx="2048208" cy="1786686"/>
          </a:xfrm>
          <a:prstGeom prst="triangle">
            <a:avLst/>
          </a:prstGeom>
          <a:solidFill>
            <a:schemeClr val="accent2">
              <a:lumMod val="60000"/>
              <a:lumOff val="40000"/>
              <a:alpha val="21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0800000">
            <a:off x="428184" y="715860"/>
            <a:ext cx="2048208" cy="1786686"/>
          </a:xfrm>
          <a:prstGeom prst="triangle">
            <a:avLst/>
          </a:prstGeom>
          <a:solidFill>
            <a:schemeClr val="accent2">
              <a:lumMod val="20000"/>
              <a:lumOff val="80000"/>
              <a:alpha val="21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 flipV="1">
            <a:off x="1136847" y="5997552"/>
            <a:ext cx="984682" cy="860448"/>
          </a:xfrm>
          <a:custGeom>
            <a:avLst/>
            <a:gdLst>
              <a:gd name="connsiteX0" fmla="*/ 492463 w 984682"/>
              <a:gd name="connsiteY0" fmla="*/ 860448 h 860448"/>
              <a:gd name="connsiteX1" fmla="*/ 0 w 984682"/>
              <a:gd name="connsiteY1" fmla="*/ 0 h 860448"/>
              <a:gd name="connsiteX2" fmla="*/ 984682 w 984682"/>
              <a:gd name="connsiteY2" fmla="*/ 0 h 860448"/>
            </a:gdLst>
            <a:ahLst/>
            <a:cxnLst/>
            <a:rect l="l" t="t" r="r" b="b"/>
            <a:pathLst>
              <a:path w="984682" h="860448">
                <a:moveTo>
                  <a:pt x="492463" y="860448"/>
                </a:moveTo>
                <a:lnTo>
                  <a:pt x="0" y="0"/>
                </a:lnTo>
                <a:lnTo>
                  <a:pt x="984682" y="0"/>
                </a:lnTo>
                <a:close/>
              </a:path>
            </a:pathLst>
          </a:custGeom>
          <a:solidFill>
            <a:schemeClr val="accent3">
              <a:lumMod val="50000"/>
              <a:lumOff val="50000"/>
            </a:schemeClr>
          </a:solidFill>
          <a:ln w="634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flipH="1">
            <a:off x="11160729" y="5185458"/>
            <a:ext cx="1031836" cy="1672542"/>
          </a:xfrm>
          <a:prstGeom prst="rtTriangle">
            <a:avLst/>
          </a:prstGeom>
          <a:solidFill>
            <a:schemeClr val="accent2"/>
          </a:solidFill>
          <a:ln w="634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flipH="1">
            <a:off x="11498298" y="5745663"/>
            <a:ext cx="686232" cy="1112338"/>
          </a:xfrm>
          <a:prstGeom prst="rtTriangle">
            <a:avLst/>
          </a:prstGeom>
          <a:solidFill>
            <a:schemeClr val="accent2">
              <a:lumMod val="20000"/>
              <a:lumOff val="80000"/>
            </a:schemeClr>
          </a:solidFill>
          <a:ln w="634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16" name="标题 1"/>
          <p:cNvCxnSpPr/>
          <p:nvPr/>
        </p:nvCxnSpPr>
        <p:spPr>
          <a:xfrm>
            <a:off x="6190704" y="1947478"/>
            <a:ext cx="4320000" cy="0"/>
          </a:xfrm>
          <a:prstGeom prst="line">
            <a:avLst/>
          </a:prstGeom>
          <a:noFill/>
          <a:ln w="9525" cap="sq">
            <a:solidFill>
              <a:schemeClr val="accent1"/>
            </a:solidFill>
            <a:miter/>
          </a:ln>
        </p:spPr>
      </p:cxnSp>
      <p:sp>
        <p:nvSpPr>
          <p:cNvPr id="17" name="标题 1"/>
          <p:cNvSpPr txBox="1"/>
          <p:nvPr/>
        </p:nvSpPr>
        <p:spPr>
          <a:xfrm>
            <a:off x="6070600" y="1205269"/>
            <a:ext cx="1716454" cy="11564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gradFill>
                  <a:gsLst>
                    <a:gs pos="1000">
                      <a:srgbClr val="2C75FF">
                        <a:alpha val="100000"/>
                      </a:srgbClr>
                    </a:gs>
                    <a:gs pos="70000">
                      <a:srgbClr val="2C75FF">
                        <a:alpha val="100000"/>
                      </a:srgbClr>
                    </a:gs>
                    <a:gs pos="71000">
                      <a:srgbClr val="2C75FF">
                        <a:alpha val="0"/>
                      </a:srgbClr>
                    </a:gs>
                  </a:gsLst>
                  <a:lin ang="5400000" scaled="0"/>
                </a:gradFill>
                <a:latin typeface="Source Han Sans"/>
                <a:ea typeface="Source Han Sans"/>
                <a:cs typeface="Source Han Sans"/>
              </a:rPr>
              <a:t>01</a:t>
            </a:r>
            <a:endParaRPr kumimoji="1" lang="zh-CN" altLang="en-US"/>
          </a:p>
        </p:txBody>
      </p:sp>
      <p:cxnSp>
        <p:nvCxnSpPr>
          <p:cNvPr id="18" name="标题 1"/>
          <p:cNvCxnSpPr/>
          <p:nvPr/>
        </p:nvCxnSpPr>
        <p:spPr>
          <a:xfrm>
            <a:off x="6190704" y="2967612"/>
            <a:ext cx="4320000" cy="0"/>
          </a:xfrm>
          <a:prstGeom prst="line">
            <a:avLst/>
          </a:prstGeom>
          <a:noFill/>
          <a:ln w="9525" cap="sq">
            <a:solidFill>
              <a:schemeClr val="accent1"/>
            </a:solidFill>
            <a:miter/>
          </a:ln>
        </p:spPr>
      </p:cxnSp>
      <p:sp>
        <p:nvSpPr>
          <p:cNvPr id="19" name="标题 1"/>
          <p:cNvSpPr txBox="1"/>
          <p:nvPr/>
        </p:nvSpPr>
        <p:spPr>
          <a:xfrm>
            <a:off x="6070600" y="2225403"/>
            <a:ext cx="1716455" cy="11564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gradFill>
                  <a:gsLst>
                    <a:gs pos="1000">
                      <a:srgbClr val="2C75FF">
                        <a:alpha val="100000"/>
                      </a:srgbClr>
                    </a:gs>
                    <a:gs pos="70000">
                      <a:srgbClr val="2C75FF">
                        <a:alpha val="100000"/>
                      </a:srgbClr>
                    </a:gs>
                    <a:gs pos="71000">
                      <a:srgbClr val="2C75FF">
                        <a:alpha val="0"/>
                      </a:srgbClr>
                    </a:gs>
                  </a:gsLst>
                  <a:lin ang="5400000" scaled="0"/>
                </a:gradFill>
                <a:latin typeface="Source Han Sans"/>
                <a:ea typeface="Source Han Sans"/>
                <a:cs typeface="Source Han Sans"/>
              </a:rPr>
              <a:t>02</a:t>
            </a:r>
            <a:endParaRPr kumimoji="1" lang="zh-CN" altLang="en-US"/>
          </a:p>
        </p:txBody>
      </p:sp>
      <p:cxnSp>
        <p:nvCxnSpPr>
          <p:cNvPr id="20" name="标题 1"/>
          <p:cNvCxnSpPr/>
          <p:nvPr/>
        </p:nvCxnSpPr>
        <p:spPr>
          <a:xfrm>
            <a:off x="6190704" y="3987746"/>
            <a:ext cx="4320000" cy="0"/>
          </a:xfrm>
          <a:prstGeom prst="line">
            <a:avLst/>
          </a:prstGeom>
          <a:noFill/>
          <a:ln w="9525" cap="sq">
            <a:solidFill>
              <a:schemeClr val="accent1"/>
            </a:solidFill>
            <a:miter/>
          </a:ln>
        </p:spPr>
      </p:cxnSp>
      <p:sp>
        <p:nvSpPr>
          <p:cNvPr id="21" name="标题 1"/>
          <p:cNvSpPr txBox="1"/>
          <p:nvPr/>
        </p:nvSpPr>
        <p:spPr>
          <a:xfrm>
            <a:off x="6070600" y="3245537"/>
            <a:ext cx="1716455" cy="11564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gradFill>
                  <a:gsLst>
                    <a:gs pos="1000">
                      <a:srgbClr val="2C75FF">
                        <a:alpha val="100000"/>
                      </a:srgbClr>
                    </a:gs>
                    <a:gs pos="70000">
                      <a:srgbClr val="2C75FF">
                        <a:alpha val="100000"/>
                      </a:srgbClr>
                    </a:gs>
                    <a:gs pos="71000">
                      <a:srgbClr val="2C75FF">
                        <a:alpha val="0"/>
                      </a:srgbClr>
                    </a:gs>
                  </a:gsLst>
                  <a:lin ang="5400000" scaled="0"/>
                </a:gradFill>
                <a:latin typeface="Source Han Sans"/>
                <a:ea typeface="Source Han Sans"/>
                <a:cs typeface="Source Han Sans"/>
              </a:rPr>
              <a:t>03</a:t>
            </a:r>
            <a:endParaRPr kumimoji="1" lang="zh-CN" altLang="en-US"/>
          </a:p>
        </p:txBody>
      </p:sp>
      <p:cxnSp>
        <p:nvCxnSpPr>
          <p:cNvPr id="22" name="标题 1"/>
          <p:cNvCxnSpPr/>
          <p:nvPr/>
        </p:nvCxnSpPr>
        <p:spPr>
          <a:xfrm>
            <a:off x="6190704" y="5007880"/>
            <a:ext cx="4320000" cy="0"/>
          </a:xfrm>
          <a:prstGeom prst="line">
            <a:avLst/>
          </a:prstGeom>
          <a:noFill/>
          <a:ln w="9525" cap="sq">
            <a:solidFill>
              <a:schemeClr val="accent1"/>
            </a:solidFill>
            <a:miter/>
          </a:ln>
        </p:spPr>
      </p:cxnSp>
      <p:sp>
        <p:nvSpPr>
          <p:cNvPr id="23" name="标题 1"/>
          <p:cNvSpPr txBox="1"/>
          <p:nvPr/>
        </p:nvSpPr>
        <p:spPr>
          <a:xfrm>
            <a:off x="6070600" y="4265671"/>
            <a:ext cx="1716455" cy="11564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gradFill>
                  <a:gsLst>
                    <a:gs pos="1000">
                      <a:srgbClr val="2C75FF">
                        <a:alpha val="100000"/>
                      </a:srgbClr>
                    </a:gs>
                    <a:gs pos="70000">
                      <a:srgbClr val="2C75FF">
                        <a:alpha val="100000"/>
                      </a:srgbClr>
                    </a:gs>
                    <a:gs pos="71000">
                      <a:srgbClr val="2C75FF">
                        <a:alpha val="0"/>
                      </a:srgbClr>
                    </a:gs>
                  </a:gsLst>
                  <a:lin ang="5400000" scaled="0"/>
                </a:gradFill>
                <a:latin typeface="Source Han Sans"/>
                <a:ea typeface="Source Han Sans"/>
                <a:cs typeface="Source Han Sans"/>
              </a:rPr>
              <a:t>04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3964117" y="1888945"/>
            <a:ext cx="1165121" cy="270843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dist">
              <a:lnSpc>
                <a:spcPct val="110000"/>
              </a:lnSpc>
            </a:pPr>
            <a:r>
              <a:rPr kumimoji="1" lang="en-US" altLang="zh-CN" sz="88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目录</a:t>
            </a:r>
            <a:endParaRPr kumimoji="1" lang="zh-CN" altLang="en-US"/>
          </a:p>
        </p:txBody>
      </p:sp>
      <p:cxnSp>
        <p:nvCxnSpPr>
          <p:cNvPr id="25" name="标题 1"/>
          <p:cNvCxnSpPr/>
          <p:nvPr/>
        </p:nvCxnSpPr>
        <p:spPr>
          <a:xfrm>
            <a:off x="6190704" y="6028013"/>
            <a:ext cx="4320000" cy="0"/>
          </a:xfrm>
          <a:prstGeom prst="line">
            <a:avLst/>
          </a:prstGeom>
          <a:noFill/>
          <a:ln w="9525" cap="sq">
            <a:solidFill>
              <a:schemeClr val="accent1"/>
            </a:solidFill>
            <a:miter/>
          </a:ln>
        </p:spPr>
      </p:cxnSp>
      <p:sp>
        <p:nvSpPr>
          <p:cNvPr id="26" name="标题 1"/>
          <p:cNvSpPr txBox="1"/>
          <p:nvPr/>
        </p:nvSpPr>
        <p:spPr>
          <a:xfrm>
            <a:off x="6070600" y="5285804"/>
            <a:ext cx="1716455" cy="11564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gradFill>
                  <a:gsLst>
                    <a:gs pos="1000">
                      <a:srgbClr val="2C75FF">
                        <a:alpha val="100000"/>
                      </a:srgbClr>
                    </a:gs>
                    <a:gs pos="70000">
                      <a:srgbClr val="2C75FF">
                        <a:alpha val="100000"/>
                      </a:srgbClr>
                    </a:gs>
                    <a:gs pos="71000">
                      <a:srgbClr val="2C75FF">
                        <a:alpha val="0"/>
                      </a:srgbClr>
                    </a:gs>
                  </a:gsLst>
                  <a:lin ang="5400000" scaled="0"/>
                </a:gradFill>
                <a:latin typeface="Source Han Sans"/>
                <a:ea typeface="Source Han Sans"/>
                <a:cs typeface="Source Han Sans"/>
              </a:rPr>
              <a:t>05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7583855" y="1230647"/>
            <a:ext cx="3491829" cy="6097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项目介绍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7583855" y="2250781"/>
            <a:ext cx="3491829" cy="6097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人员分工</a:t>
            </a: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7583855" y="3270915"/>
            <a:ext cx="3491829" cy="6097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测试情况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7583855" y="4291049"/>
            <a:ext cx="3491829" cy="6097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扩展功能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7583855" y="5311182"/>
            <a:ext cx="3491829" cy="6097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计划功能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 flipH="1">
            <a:off x="0" y="6096"/>
            <a:ext cx="12192000" cy="684580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flipH="1">
            <a:off x="4733272" y="1228697"/>
            <a:ext cx="7449403" cy="4851545"/>
          </a:xfrm>
          <a:custGeom>
            <a:avLst/>
            <a:gdLst>
              <a:gd name="connsiteX0" fmla="*/ 0 w 7509000"/>
              <a:gd name="connsiteY0" fmla="*/ 0 h 4594482"/>
              <a:gd name="connsiteX1" fmla="*/ 5329653 w 7509000"/>
              <a:gd name="connsiteY1" fmla="*/ 0 h 4594482"/>
              <a:gd name="connsiteX2" fmla="*/ 7509000 w 7509000"/>
              <a:gd name="connsiteY2" fmla="*/ 2297241 h 4594482"/>
              <a:gd name="connsiteX3" fmla="*/ 5329653 w 7509000"/>
              <a:gd name="connsiteY3" fmla="*/ 4594482 h 4594482"/>
              <a:gd name="connsiteX4" fmla="*/ 0 w 7509000"/>
              <a:gd name="connsiteY4" fmla="*/ 4594482 h 4594482"/>
            </a:gdLst>
            <a:ahLst/>
            <a:cxnLst/>
            <a:rect l="l" t="t" r="r" b="b"/>
            <a:pathLst>
              <a:path w="7509000" h="4594482">
                <a:moveTo>
                  <a:pt x="0" y="0"/>
                </a:moveTo>
                <a:lnTo>
                  <a:pt x="5329653" y="0"/>
                </a:lnTo>
                <a:cubicBezTo>
                  <a:pt x="6533273" y="0"/>
                  <a:pt x="7509000" y="1028510"/>
                  <a:pt x="7509000" y="2297241"/>
                </a:cubicBezTo>
                <a:cubicBezTo>
                  <a:pt x="7509000" y="3565972"/>
                  <a:pt x="6533273" y="4594482"/>
                  <a:pt x="5329653" y="4594482"/>
                </a:cubicBezTo>
                <a:lnTo>
                  <a:pt x="0" y="4594482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>
            <a:outerShdw blurRad="203200" dist="101600" sx="98000" sy="98000" algn="t" rotWithShape="0">
              <a:schemeClr val="accent1">
                <a:lumMod val="75000"/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>
            <a:off x="5007359" y="1391548"/>
            <a:ext cx="7184641" cy="4507622"/>
          </a:xfrm>
          <a:custGeom>
            <a:avLst/>
            <a:gdLst>
              <a:gd name="connsiteX0" fmla="*/ 0 w 7992153"/>
              <a:gd name="connsiteY0" fmla="*/ 0 h 4469120"/>
              <a:gd name="connsiteX1" fmla="*/ 5757593 w 7992153"/>
              <a:gd name="connsiteY1" fmla="*/ 0 h 4469120"/>
              <a:gd name="connsiteX2" fmla="*/ 7992153 w 7992153"/>
              <a:gd name="connsiteY2" fmla="*/ 2234560 h 4469120"/>
              <a:gd name="connsiteX3" fmla="*/ 5757593 w 7992153"/>
              <a:gd name="connsiteY3" fmla="*/ 4469120 h 4469120"/>
              <a:gd name="connsiteX4" fmla="*/ 0 w 7992153"/>
              <a:gd name="connsiteY4" fmla="*/ 4469120 h 4469120"/>
            </a:gdLst>
            <a:ahLst/>
            <a:cxnLst/>
            <a:rect l="l" t="t" r="r" b="b"/>
            <a:pathLst>
              <a:path w="7992153" h="4469120">
                <a:moveTo>
                  <a:pt x="0" y="0"/>
                </a:moveTo>
                <a:lnTo>
                  <a:pt x="5757593" y="0"/>
                </a:lnTo>
                <a:cubicBezTo>
                  <a:pt x="6991706" y="0"/>
                  <a:pt x="7992153" y="1000447"/>
                  <a:pt x="7992153" y="2234560"/>
                </a:cubicBezTo>
                <a:cubicBezTo>
                  <a:pt x="7992153" y="3468673"/>
                  <a:pt x="6991706" y="4469120"/>
                  <a:pt x="5757593" y="4469120"/>
                </a:cubicBezTo>
                <a:lnTo>
                  <a:pt x="0" y="446912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52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miter/>
          </a:ln>
          <a:effectLst>
            <a:outerShdw blurRad="241300" dist="152400" dir="2699999" algn="tl" rotWithShape="0">
              <a:schemeClr val="accent1">
                <a:alpha val="23000"/>
              </a:schemeClr>
            </a:outerShdw>
          </a:effectLst>
        </p:spPr>
        <p:txBody>
          <a:bodyPr vert="horz" wrap="square" lIns="103113" tIns="51556" rIns="103113" bIns="5155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220324" y="3463756"/>
            <a:ext cx="5329557" cy="17205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项目介绍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6200000" flipH="1">
            <a:off x="11424580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6200000" flipH="1">
            <a:off x="11295293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16200000" flipH="1">
            <a:off x="11166006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16200000" flipH="1">
            <a:off x="11023148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flipH="1">
            <a:off x="6827558" y="5357044"/>
            <a:ext cx="4140000" cy="1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0" y="1"/>
            <a:ext cx="6096000" cy="4584909"/>
          </a:xfrm>
          <a:custGeom>
            <a:avLst/>
            <a:gdLst>
              <a:gd name="connsiteX0" fmla="*/ 139608 w 6096000"/>
              <a:gd name="connsiteY0" fmla="*/ 0 h 4584909"/>
              <a:gd name="connsiteX1" fmla="*/ 6096000 w 6096000"/>
              <a:gd name="connsiteY1" fmla="*/ 0 h 4584909"/>
              <a:gd name="connsiteX2" fmla="*/ 6096000 w 6096000"/>
              <a:gd name="connsiteY2" fmla="*/ 3576543 h 4584909"/>
              <a:gd name="connsiteX3" fmla="*/ 5891214 w 6096000"/>
              <a:gd name="connsiteY3" fmla="*/ 3762666 h 4584909"/>
              <a:gd name="connsiteX4" fmla="*/ 3600782 w 6096000"/>
              <a:gd name="connsiteY4" fmla="*/ 4584909 h 4584909"/>
              <a:gd name="connsiteX5" fmla="*/ 0 w 6096000"/>
              <a:gd name="connsiteY5" fmla="*/ 984127 h 4584909"/>
              <a:gd name="connsiteX6" fmla="*/ 73156 w 6096000"/>
              <a:gd name="connsiteY6" fmla="*/ 258444 h 4584909"/>
            </a:gdLst>
            <a:ahLst/>
            <a:cxnLst/>
            <a:rect l="l" t="t" r="r" b="b"/>
            <a:pathLst>
              <a:path w="6096000" h="4584909">
                <a:moveTo>
                  <a:pt x="139608" y="0"/>
                </a:moveTo>
                <a:lnTo>
                  <a:pt x="6096000" y="0"/>
                </a:lnTo>
                <a:lnTo>
                  <a:pt x="6096000" y="3576543"/>
                </a:lnTo>
                <a:lnTo>
                  <a:pt x="5891214" y="3762666"/>
                </a:lnTo>
                <a:cubicBezTo>
                  <a:pt x="5268786" y="4276338"/>
                  <a:pt x="4470819" y="4584909"/>
                  <a:pt x="3600782" y="4584909"/>
                </a:cubicBezTo>
                <a:cubicBezTo>
                  <a:pt x="1612125" y="4584909"/>
                  <a:pt x="0" y="2972784"/>
                  <a:pt x="0" y="984127"/>
                </a:cubicBezTo>
                <a:cubicBezTo>
                  <a:pt x="0" y="735545"/>
                  <a:pt x="25190" y="492846"/>
                  <a:pt x="73156" y="258444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0" y="1"/>
            <a:ext cx="6096000" cy="4584909"/>
          </a:xfrm>
          <a:custGeom>
            <a:avLst/>
            <a:gdLst>
              <a:gd name="connsiteX0" fmla="*/ 139608 w 6096000"/>
              <a:gd name="connsiteY0" fmla="*/ 0 h 4584909"/>
              <a:gd name="connsiteX1" fmla="*/ 6096000 w 6096000"/>
              <a:gd name="connsiteY1" fmla="*/ 0 h 4584909"/>
              <a:gd name="connsiteX2" fmla="*/ 6096000 w 6096000"/>
              <a:gd name="connsiteY2" fmla="*/ 3576543 h 4584909"/>
              <a:gd name="connsiteX3" fmla="*/ 5891214 w 6096000"/>
              <a:gd name="connsiteY3" fmla="*/ 3762666 h 4584909"/>
              <a:gd name="connsiteX4" fmla="*/ 3600782 w 6096000"/>
              <a:gd name="connsiteY4" fmla="*/ 4584909 h 4584909"/>
              <a:gd name="connsiteX5" fmla="*/ 0 w 6096000"/>
              <a:gd name="connsiteY5" fmla="*/ 984127 h 4584909"/>
              <a:gd name="connsiteX6" fmla="*/ 73156 w 6096000"/>
              <a:gd name="connsiteY6" fmla="*/ 258444 h 4584909"/>
            </a:gdLst>
            <a:ahLst/>
            <a:cxnLst/>
            <a:rect l="l" t="t" r="r" b="b"/>
            <a:pathLst>
              <a:path w="6096000" h="4584909">
                <a:moveTo>
                  <a:pt x="139608" y="0"/>
                </a:moveTo>
                <a:lnTo>
                  <a:pt x="6096000" y="0"/>
                </a:lnTo>
                <a:lnTo>
                  <a:pt x="6096000" y="3576543"/>
                </a:lnTo>
                <a:lnTo>
                  <a:pt x="5891214" y="3762666"/>
                </a:lnTo>
                <a:cubicBezTo>
                  <a:pt x="5268786" y="4276338"/>
                  <a:pt x="4470819" y="4584909"/>
                  <a:pt x="3600782" y="4584909"/>
                </a:cubicBezTo>
                <a:cubicBezTo>
                  <a:pt x="1612125" y="4584909"/>
                  <a:pt x="0" y="2972784"/>
                  <a:pt x="0" y="984127"/>
                </a:cubicBezTo>
                <a:cubicBezTo>
                  <a:pt x="0" y="735545"/>
                  <a:pt x="25190" y="492846"/>
                  <a:pt x="73156" y="2584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45000"/>
            </a:schemeClr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flipH="1">
            <a:off x="-1" y="1"/>
            <a:ext cx="5904835" cy="4393745"/>
          </a:xfrm>
          <a:custGeom>
            <a:avLst/>
            <a:gdLst>
              <a:gd name="connsiteX0" fmla="*/ 145630 w 5904835"/>
              <a:gd name="connsiteY0" fmla="*/ 0 h 4393745"/>
              <a:gd name="connsiteX1" fmla="*/ 5904835 w 5904835"/>
              <a:gd name="connsiteY1" fmla="*/ 0 h 4393745"/>
              <a:gd name="connsiteX2" fmla="*/ 5904835 w 5904835"/>
              <a:gd name="connsiteY2" fmla="*/ 3302388 h 4393745"/>
              <a:gd name="connsiteX3" fmla="*/ 5820581 w 5904835"/>
              <a:gd name="connsiteY3" fmla="*/ 3395091 h 4393745"/>
              <a:gd name="connsiteX4" fmla="*/ 3409617 w 5904835"/>
              <a:gd name="connsiteY4" fmla="*/ 4393745 h 4393745"/>
              <a:gd name="connsiteX5" fmla="*/ 0 w 5904835"/>
              <a:gd name="connsiteY5" fmla="*/ 984127 h 4393745"/>
              <a:gd name="connsiteX6" fmla="*/ 69271 w 5904835"/>
              <a:gd name="connsiteY6" fmla="*/ 296970 h 4393745"/>
            </a:gdLst>
            <a:ahLst/>
            <a:cxnLst/>
            <a:rect l="l" t="t" r="r" b="b"/>
            <a:pathLst>
              <a:path w="5904835" h="4393745">
                <a:moveTo>
                  <a:pt x="145630" y="0"/>
                </a:moveTo>
                <a:lnTo>
                  <a:pt x="5904835" y="0"/>
                </a:lnTo>
                <a:lnTo>
                  <a:pt x="5904835" y="3302388"/>
                </a:lnTo>
                <a:lnTo>
                  <a:pt x="5820581" y="3395091"/>
                </a:lnTo>
                <a:cubicBezTo>
                  <a:pt x="5203561" y="4012111"/>
                  <a:pt x="4351157" y="4393745"/>
                  <a:pt x="3409617" y="4393745"/>
                </a:cubicBezTo>
                <a:cubicBezTo>
                  <a:pt x="1526537" y="4393745"/>
                  <a:pt x="0" y="2867207"/>
                  <a:pt x="0" y="984127"/>
                </a:cubicBezTo>
                <a:cubicBezTo>
                  <a:pt x="0" y="748742"/>
                  <a:pt x="23852" y="518928"/>
                  <a:pt x="69271" y="29697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alphaModFix/>
          </a:blip>
          <a:srcRect t="1561" b="1561"/>
          <a:stretch>
            <a:fillRect/>
          </a:stretch>
        </p:blipFill>
        <p:spPr>
          <a:xfrm flipH="1">
            <a:off x="0" y="2"/>
            <a:ext cx="5591174" cy="4080083"/>
          </a:xfrm>
          <a:custGeom>
            <a:avLst/>
            <a:gdLst>
              <a:gd name="connsiteX0" fmla="*/ 162424 w 5591174"/>
              <a:gd name="connsiteY0" fmla="*/ 0 h 4080083"/>
              <a:gd name="connsiteX1" fmla="*/ 5591174 w 5591174"/>
              <a:gd name="connsiteY1" fmla="*/ 0 h 4080083"/>
              <a:gd name="connsiteX2" fmla="*/ 5591174 w 5591174"/>
              <a:gd name="connsiteY2" fmla="*/ 2811386 h 4080083"/>
              <a:gd name="connsiteX3" fmla="*/ 5484946 w 5591174"/>
              <a:gd name="connsiteY3" fmla="*/ 2953443 h 4080083"/>
              <a:gd name="connsiteX4" fmla="*/ 3095956 w 5591174"/>
              <a:gd name="connsiteY4" fmla="*/ 4080083 h 4080083"/>
              <a:gd name="connsiteX5" fmla="*/ 0 w 5591174"/>
              <a:gd name="connsiteY5" fmla="*/ 984127 h 4080083"/>
              <a:gd name="connsiteX6" fmla="*/ 139188 w 5591174"/>
              <a:gd name="connsiteY6" fmla="*/ 63485 h 4080083"/>
            </a:gdLst>
            <a:ahLst/>
            <a:cxnLst/>
            <a:rect l="l" t="t" r="r" b="b"/>
            <a:pathLst>
              <a:path w="5591174" h="4080083">
                <a:moveTo>
                  <a:pt x="162424" y="0"/>
                </a:moveTo>
                <a:lnTo>
                  <a:pt x="5591174" y="0"/>
                </a:lnTo>
                <a:lnTo>
                  <a:pt x="5591174" y="2811386"/>
                </a:lnTo>
                <a:lnTo>
                  <a:pt x="5484946" y="2953443"/>
                </a:lnTo>
                <a:cubicBezTo>
                  <a:pt x="4917102" y="3641510"/>
                  <a:pt x="4057746" y="4080083"/>
                  <a:pt x="3095956" y="4080083"/>
                </a:cubicBezTo>
                <a:cubicBezTo>
                  <a:pt x="1386107" y="4080083"/>
                  <a:pt x="0" y="2693976"/>
                  <a:pt x="0" y="984127"/>
                </a:cubicBezTo>
                <a:cubicBezTo>
                  <a:pt x="0" y="663531"/>
                  <a:pt x="48731" y="354315"/>
                  <a:pt x="139188" y="6348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6" name="标题 1"/>
          <p:cNvSpPr txBox="1"/>
          <p:nvPr/>
        </p:nvSpPr>
        <p:spPr>
          <a:xfrm flipH="1">
            <a:off x="0" y="3432630"/>
            <a:ext cx="3421288" cy="3425371"/>
          </a:xfrm>
          <a:custGeom>
            <a:avLst/>
            <a:gdLst>
              <a:gd name="connsiteX0" fmla="*/ 2486355 w 3421288"/>
              <a:gd name="connsiteY0" fmla="*/ 0 h 3425371"/>
              <a:gd name="connsiteX1" fmla="*/ 3225721 w 3421288"/>
              <a:gd name="connsiteY1" fmla="*/ 111782 h 3425371"/>
              <a:gd name="connsiteX2" fmla="*/ 3421288 w 3421288"/>
              <a:gd name="connsiteY2" fmla="*/ 183360 h 3425371"/>
              <a:gd name="connsiteX3" fmla="*/ 3421288 w 3421288"/>
              <a:gd name="connsiteY3" fmla="*/ 3425371 h 3425371"/>
              <a:gd name="connsiteX4" fmla="*/ 184854 w 3421288"/>
              <a:gd name="connsiteY4" fmla="*/ 3425371 h 3425371"/>
              <a:gd name="connsiteX5" fmla="*/ 111781 w 3421288"/>
              <a:gd name="connsiteY5" fmla="*/ 3225721 h 3425371"/>
              <a:gd name="connsiteX6" fmla="*/ 0 w 3421288"/>
              <a:gd name="connsiteY6" fmla="*/ 2486355 h 3425371"/>
              <a:gd name="connsiteX7" fmla="*/ 2486355 w 3421288"/>
              <a:gd name="connsiteY7" fmla="*/ 0 h 3425371"/>
            </a:gdLst>
            <a:ahLst/>
            <a:cxnLst/>
            <a:rect l="l" t="t" r="r" b="b"/>
            <a:pathLst>
              <a:path w="3421288" h="3425371">
                <a:moveTo>
                  <a:pt x="2486355" y="0"/>
                </a:moveTo>
                <a:cubicBezTo>
                  <a:pt x="2743826" y="0"/>
                  <a:pt x="2992156" y="39135"/>
                  <a:pt x="3225721" y="111782"/>
                </a:cubicBezTo>
                <a:lnTo>
                  <a:pt x="3421288" y="183360"/>
                </a:lnTo>
                <a:lnTo>
                  <a:pt x="3421288" y="3425371"/>
                </a:lnTo>
                <a:lnTo>
                  <a:pt x="184854" y="3425371"/>
                </a:lnTo>
                <a:lnTo>
                  <a:pt x="111781" y="3225721"/>
                </a:lnTo>
                <a:cubicBezTo>
                  <a:pt x="39135" y="2992156"/>
                  <a:pt x="0" y="2743826"/>
                  <a:pt x="0" y="2486355"/>
                </a:cubicBezTo>
                <a:cubicBezTo>
                  <a:pt x="0" y="1113179"/>
                  <a:pt x="1113179" y="0"/>
                  <a:pt x="2486355" y="0"/>
                </a:cubicBezTo>
                <a:close/>
              </a:path>
            </a:pathLst>
          </a:custGeom>
          <a:solidFill>
            <a:schemeClr val="accent2"/>
          </a:solidFill>
          <a:ln w="38100" cap="sq">
            <a:solidFill>
              <a:schemeClr val="accent2">
                <a:lumMod val="60000"/>
                <a:lumOff val="40000"/>
              </a:schemeClr>
            </a:solidFill>
            <a:miter/>
          </a:ln>
          <a:effectLst>
            <a:outerShdw blurRad="1905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flipH="1">
            <a:off x="0" y="3585030"/>
            <a:ext cx="3268888" cy="3272971"/>
          </a:xfrm>
          <a:custGeom>
            <a:avLst/>
            <a:gdLst>
              <a:gd name="connsiteX0" fmla="*/ 2333955 w 3268888"/>
              <a:gd name="connsiteY0" fmla="*/ 0 h 3272971"/>
              <a:gd name="connsiteX1" fmla="*/ 3242436 w 3268888"/>
              <a:gd name="connsiteY1" fmla="*/ 183414 h 3272971"/>
              <a:gd name="connsiteX2" fmla="*/ 3268888 w 3268888"/>
              <a:gd name="connsiteY2" fmla="*/ 196157 h 3272971"/>
              <a:gd name="connsiteX3" fmla="*/ 3268888 w 3268888"/>
              <a:gd name="connsiteY3" fmla="*/ 728720 h 3272971"/>
              <a:gd name="connsiteX4" fmla="*/ 3220174 w 3268888"/>
              <a:gd name="connsiteY4" fmla="*/ 699125 h 3272971"/>
              <a:gd name="connsiteX5" fmla="*/ 2333955 w 3268888"/>
              <a:gd name="connsiteY5" fmla="*/ 474726 h 3272971"/>
              <a:gd name="connsiteX6" fmla="*/ 474726 w 3268888"/>
              <a:gd name="connsiteY6" fmla="*/ 2333955 h 3272971"/>
              <a:gd name="connsiteX7" fmla="*/ 699125 w 3268888"/>
              <a:gd name="connsiteY7" fmla="*/ 3220174 h 3272971"/>
              <a:gd name="connsiteX8" fmla="*/ 731200 w 3268888"/>
              <a:gd name="connsiteY8" fmla="*/ 3272971 h 3272971"/>
              <a:gd name="connsiteX9" fmla="*/ 198123 w 3268888"/>
              <a:gd name="connsiteY9" fmla="*/ 3272971 h 3272971"/>
              <a:gd name="connsiteX10" fmla="*/ 183414 w 3268888"/>
              <a:gd name="connsiteY10" fmla="*/ 3242436 h 3272971"/>
              <a:gd name="connsiteX11" fmla="*/ 0 w 3268888"/>
              <a:gd name="connsiteY11" fmla="*/ 2333955 h 3272971"/>
              <a:gd name="connsiteX12" fmla="*/ 2333955 w 3268888"/>
              <a:gd name="connsiteY12" fmla="*/ 0 h 3272971"/>
            </a:gdLst>
            <a:ahLst/>
            <a:cxnLst/>
            <a:rect l="l" t="t" r="r" b="b"/>
            <a:pathLst>
              <a:path w="3268888" h="3272971">
                <a:moveTo>
                  <a:pt x="2333955" y="0"/>
                </a:moveTo>
                <a:cubicBezTo>
                  <a:pt x="2656207" y="0"/>
                  <a:pt x="2963205" y="65309"/>
                  <a:pt x="3242436" y="183414"/>
                </a:cubicBezTo>
                <a:lnTo>
                  <a:pt x="3268888" y="196157"/>
                </a:lnTo>
                <a:lnTo>
                  <a:pt x="3268888" y="728720"/>
                </a:lnTo>
                <a:lnTo>
                  <a:pt x="3220174" y="699125"/>
                </a:lnTo>
                <a:cubicBezTo>
                  <a:pt x="2956734" y="556016"/>
                  <a:pt x="2654838" y="474726"/>
                  <a:pt x="2333955" y="474726"/>
                </a:cubicBezTo>
                <a:cubicBezTo>
                  <a:pt x="1307131" y="474726"/>
                  <a:pt x="474726" y="1307131"/>
                  <a:pt x="474726" y="2333955"/>
                </a:cubicBezTo>
                <a:cubicBezTo>
                  <a:pt x="474726" y="2654838"/>
                  <a:pt x="556016" y="2956734"/>
                  <a:pt x="699125" y="3220174"/>
                </a:cubicBezTo>
                <a:lnTo>
                  <a:pt x="731200" y="3272971"/>
                </a:lnTo>
                <a:lnTo>
                  <a:pt x="198123" y="3272971"/>
                </a:lnTo>
                <a:lnTo>
                  <a:pt x="183414" y="3242436"/>
                </a:lnTo>
                <a:cubicBezTo>
                  <a:pt x="65309" y="2963205"/>
                  <a:pt x="0" y="2656207"/>
                  <a:pt x="0" y="2333955"/>
                </a:cubicBezTo>
                <a:cubicBezTo>
                  <a:pt x="0" y="1044947"/>
                  <a:pt x="1044947" y="0"/>
                  <a:pt x="2333955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flipH="1">
            <a:off x="3395747" y="3463539"/>
            <a:ext cx="2550430" cy="255043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317500" sx="102000" sy="102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flipH="1">
            <a:off x="288471" y="6473186"/>
            <a:ext cx="268882" cy="26888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flipH="1">
            <a:off x="369767" y="6553133"/>
            <a:ext cx="89170" cy="108989"/>
          </a:xfrm>
          <a:custGeom>
            <a:avLst/>
            <a:gdLst>
              <a:gd name="connsiteX0" fmla="*/ 1308571 w 1443284"/>
              <a:gd name="connsiteY0" fmla="*/ 676022 h 1764072"/>
              <a:gd name="connsiteX1" fmla="*/ 1308571 w 1443284"/>
              <a:gd name="connsiteY1" fmla="*/ 1087904 h 1764072"/>
              <a:gd name="connsiteX2" fmla="*/ 325189 w 1443284"/>
              <a:gd name="connsiteY2" fmla="*/ 1710749 h 1764072"/>
              <a:gd name="connsiteX3" fmla="*/ 0 w 1443284"/>
              <a:gd name="connsiteY3" fmla="*/ 1545550 h 1764072"/>
              <a:gd name="connsiteX4" fmla="*/ 0 w 1443284"/>
              <a:gd name="connsiteY4" fmla="*/ 218561 h 1764072"/>
              <a:gd name="connsiteX5" fmla="*/ 325189 w 1443284"/>
              <a:gd name="connsiteY5" fmla="*/ 53362 h 1764072"/>
              <a:gd name="connsiteX6" fmla="*/ 1308571 w 1443284"/>
              <a:gd name="connsiteY6" fmla="*/ 676022 h 1764072"/>
            </a:gdLst>
            <a:ahLst/>
            <a:cxnLst/>
            <a:rect l="l" t="t" r="r" b="b"/>
            <a:pathLst>
              <a:path w="1443284" h="1764072">
                <a:moveTo>
                  <a:pt x="1308571" y="676022"/>
                </a:moveTo>
                <a:cubicBezTo>
                  <a:pt x="1488281" y="789689"/>
                  <a:pt x="1488095" y="974236"/>
                  <a:pt x="1308571" y="1087904"/>
                </a:cubicBezTo>
                <a:lnTo>
                  <a:pt x="325189" y="1710749"/>
                </a:lnTo>
                <a:cubicBezTo>
                  <a:pt x="145479" y="1824417"/>
                  <a:pt x="0" y="1750375"/>
                  <a:pt x="0" y="1545550"/>
                </a:cubicBezTo>
                <a:lnTo>
                  <a:pt x="0" y="218561"/>
                </a:lnTo>
                <a:cubicBezTo>
                  <a:pt x="0" y="13551"/>
                  <a:pt x="145666" y="-60305"/>
                  <a:pt x="325189" y="53362"/>
                </a:cubicBezTo>
                <a:lnTo>
                  <a:pt x="1308571" y="676022"/>
                </a:lnTo>
                <a:close/>
              </a:path>
            </a:pathLst>
          </a:custGeom>
          <a:solidFill>
            <a:schemeClr val="accent2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flipH="1">
            <a:off x="3704257" y="5973620"/>
            <a:ext cx="196692" cy="19669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5478050" y="6147509"/>
            <a:ext cx="143917" cy="14391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flipH="1">
            <a:off x="6377020" y="2248442"/>
            <a:ext cx="220562" cy="220562"/>
          </a:xfrm>
          <a:prstGeom prst="ellipse">
            <a:avLst/>
          </a:prstGeom>
          <a:solidFill>
            <a:schemeClr val="accent1"/>
          </a:soli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>
            <a:alphaModFix/>
          </a:blip>
          <a:srcRect l="16667" r="16667"/>
          <a:stretch>
            <a:fillRect/>
          </a:stretch>
        </p:blipFill>
        <p:spPr>
          <a:xfrm flipH="1">
            <a:off x="3544736" y="3612528"/>
            <a:ext cx="2252452" cy="2252452"/>
          </a:xfrm>
          <a:custGeom>
            <a:avLst/>
            <a:gdLst>
              <a:gd name="connsiteX0" fmla="*/ 1126226 w 2252452"/>
              <a:gd name="connsiteY0" fmla="*/ 0 h 2252452"/>
              <a:gd name="connsiteX1" fmla="*/ 2252452 w 2252452"/>
              <a:gd name="connsiteY1" fmla="*/ 1126226 h 2252452"/>
              <a:gd name="connsiteX2" fmla="*/ 1126226 w 2252452"/>
              <a:gd name="connsiteY2" fmla="*/ 2252452 h 2252452"/>
              <a:gd name="connsiteX3" fmla="*/ 0 w 2252452"/>
              <a:gd name="connsiteY3" fmla="*/ 1126226 h 2252452"/>
              <a:gd name="connsiteX4" fmla="*/ 1126226 w 2252452"/>
              <a:gd name="connsiteY4" fmla="*/ 0 h 2252452"/>
            </a:gdLst>
            <a:ahLst/>
            <a:cxnLst/>
            <a:rect l="l" t="t" r="r" b="b"/>
            <a:pathLst>
              <a:path w="2252452" h="2252452">
                <a:moveTo>
                  <a:pt x="1126226" y="0"/>
                </a:moveTo>
                <a:cubicBezTo>
                  <a:pt x="1748223" y="0"/>
                  <a:pt x="2252452" y="504229"/>
                  <a:pt x="2252452" y="1126226"/>
                </a:cubicBezTo>
                <a:cubicBezTo>
                  <a:pt x="2252452" y="1748223"/>
                  <a:pt x="1748223" y="2252452"/>
                  <a:pt x="1126226" y="2252452"/>
                </a:cubicBezTo>
                <a:cubicBezTo>
                  <a:pt x="504229" y="2252452"/>
                  <a:pt x="0" y="1748223"/>
                  <a:pt x="0" y="1126226"/>
                </a:cubicBezTo>
                <a:cubicBezTo>
                  <a:pt x="0" y="504229"/>
                  <a:pt x="504229" y="0"/>
                  <a:pt x="112622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5" name="标题 1"/>
          <p:cNvSpPr txBox="1"/>
          <p:nvPr/>
        </p:nvSpPr>
        <p:spPr>
          <a:xfrm>
            <a:off x="-1248427" y="5111027"/>
            <a:ext cx="3716941" cy="120209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4EE0">
                    <a:alpha val="41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202X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flipH="1">
            <a:off x="4075134" y="6160090"/>
            <a:ext cx="545340" cy="54534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740147" flipH="1">
            <a:off x="4219204" y="6304160"/>
            <a:ext cx="257200" cy="257200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9792577" y="433887"/>
            <a:ext cx="1757307" cy="406400"/>
          </a:xfrm>
          <a:prstGeom prst="roundRect">
            <a:avLst>
              <a:gd name="adj" fmla="val 12287"/>
            </a:avLst>
          </a:prstGeom>
          <a:solidFill>
            <a:schemeClr val="accent2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7565925" y="2290570"/>
            <a:ext cx="2703140" cy="10754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3495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Part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9798762" y="987846"/>
            <a:ext cx="1772100" cy="23781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3495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01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9941115" y="546422"/>
            <a:ext cx="1460232" cy="181329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144970" y="2810409"/>
            <a:ext cx="4784628" cy="1727724"/>
          </a:xfrm>
          <a:prstGeom prst="roundRect">
            <a:avLst>
              <a:gd name="adj" fmla="val 7598"/>
            </a:avLst>
          </a:prstGeom>
          <a:solidFill>
            <a:schemeClr val="bg1"/>
          </a:solidFill>
          <a:ln w="6350" cap="flat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60062" y="2726267"/>
            <a:ext cx="4784628" cy="1727724"/>
          </a:xfrm>
          <a:prstGeom prst="roundRect">
            <a:avLst>
              <a:gd name="adj" fmla="val 7598"/>
            </a:avLst>
          </a:prstGeom>
          <a:gradFill>
            <a:gsLst>
              <a:gs pos="1000">
                <a:schemeClr val="accent1"/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42588" y="3076890"/>
            <a:ext cx="938292" cy="1005240"/>
          </a:xfrm>
          <a:custGeom>
            <a:avLst/>
            <a:gdLst>
              <a:gd name="connsiteX0" fmla="*/ 768350 w 895350"/>
              <a:gd name="connsiteY0" fmla="*/ 0 h 901700"/>
              <a:gd name="connsiteX1" fmla="*/ 895350 w 895350"/>
              <a:gd name="connsiteY1" fmla="*/ 127000 h 901700"/>
              <a:gd name="connsiteX2" fmla="*/ 895350 w 895350"/>
              <a:gd name="connsiteY2" fmla="*/ 774700 h 901700"/>
              <a:gd name="connsiteX3" fmla="*/ 768350 w 895350"/>
              <a:gd name="connsiteY3" fmla="*/ 901700 h 901700"/>
              <a:gd name="connsiteX4" fmla="*/ 127000 w 895350"/>
              <a:gd name="connsiteY4" fmla="*/ 901700 h 901700"/>
              <a:gd name="connsiteX5" fmla="*/ 0 w 895350"/>
              <a:gd name="connsiteY5" fmla="*/ 774700 h 901700"/>
              <a:gd name="connsiteX6" fmla="*/ 0 w 895350"/>
              <a:gd name="connsiteY6" fmla="*/ 127000 h 901700"/>
              <a:gd name="connsiteX7" fmla="*/ 127000 w 895350"/>
              <a:gd name="connsiteY7" fmla="*/ 0 h 901700"/>
            </a:gdLst>
            <a:ahLst/>
            <a:cxnLst/>
            <a:rect l="l" t="t" r="r" b="b"/>
            <a:pathLst>
              <a:path w="895350" h="901700">
                <a:moveTo>
                  <a:pt x="768350" y="0"/>
                </a:moveTo>
                <a:cubicBezTo>
                  <a:pt x="838490" y="0"/>
                  <a:pt x="895350" y="56860"/>
                  <a:pt x="895350" y="127000"/>
                </a:cubicBezTo>
                <a:lnTo>
                  <a:pt x="895350" y="774700"/>
                </a:lnTo>
                <a:cubicBezTo>
                  <a:pt x="895350" y="844840"/>
                  <a:pt x="838490" y="901700"/>
                  <a:pt x="768350" y="901700"/>
                </a:cubicBezTo>
                <a:lnTo>
                  <a:pt x="127000" y="901700"/>
                </a:lnTo>
                <a:cubicBezTo>
                  <a:pt x="56860" y="901700"/>
                  <a:pt x="0" y="844840"/>
                  <a:pt x="0" y="7747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63081" y="3336564"/>
            <a:ext cx="497306" cy="485892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gradFill>
            <a:gsLst>
              <a:gs pos="1000">
                <a:schemeClr val="accent1"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805839" y="2764963"/>
            <a:ext cx="3883761" cy="4460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项目背景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805346" y="3213100"/>
            <a:ext cx="3884254" cy="1092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312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北京邮电大学编译原理课程设计，旨在实现</a:t>
            </a:r>
            <a:r>
              <a:rPr kumimoji="1" lang="en-US" altLang="zh-CN" sz="1312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Pascal- S </a:t>
            </a:r>
            <a:r>
              <a:rPr kumimoji="1" lang="en-US" altLang="zh-CN" sz="1312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语言的编译器</a:t>
            </a:r>
            <a:r>
              <a:rPr kumimoji="1" lang="en-US" altLang="zh-CN" sz="1312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
</a:t>
            </a:r>
            <a:r>
              <a:rPr kumimoji="1" lang="en-US" altLang="zh-CN" sz="1312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指导教师王武凡，团队成员包括</a:t>
            </a:r>
            <a:r>
              <a:rPr kumimoji="1" lang="zh-CN" altLang="en-US" sz="1312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蔡逸文</a:t>
            </a:r>
            <a:r>
              <a:rPr kumimoji="1" lang="en-US" altLang="zh-CN" sz="1312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、</a:t>
            </a:r>
            <a:r>
              <a:rPr kumimoji="1" lang="en-US" altLang="zh-CN" sz="1312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宋健、李宇星</a:t>
            </a:r>
            <a:r>
              <a:rPr kumimoji="1" lang="en-US" altLang="zh-CN" sz="1312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kumimoji="1" lang="zh-CN" altLang="en-US" dirty="0"/>
          </a:p>
        </p:txBody>
      </p:sp>
      <p:sp>
        <p:nvSpPr>
          <p:cNvPr id="13" name="标题 1"/>
          <p:cNvSpPr txBox="1"/>
          <p:nvPr/>
        </p:nvSpPr>
        <p:spPr>
          <a:xfrm>
            <a:off x="6752082" y="2810409"/>
            <a:ext cx="4784629" cy="1727724"/>
          </a:xfrm>
          <a:prstGeom prst="roundRect">
            <a:avLst>
              <a:gd name="adj" fmla="val 7598"/>
            </a:avLst>
          </a:prstGeom>
          <a:solidFill>
            <a:schemeClr val="bg1"/>
          </a:solidFill>
          <a:ln w="6350" cap="flat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667175" y="2726267"/>
            <a:ext cx="4784629" cy="1727724"/>
          </a:xfrm>
          <a:prstGeom prst="roundRect">
            <a:avLst>
              <a:gd name="adj" fmla="val 7598"/>
            </a:avLst>
          </a:prstGeom>
          <a:gradFill>
            <a:gsLst>
              <a:gs pos="1000">
                <a:schemeClr val="accent2"/>
              </a:gs>
              <a:gs pos="100000">
                <a:schemeClr val="accent2">
                  <a:lumMod val="40000"/>
                  <a:lumOff val="60000"/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201356" y="3076890"/>
            <a:ext cx="938293" cy="1005240"/>
          </a:xfrm>
          <a:custGeom>
            <a:avLst/>
            <a:gdLst>
              <a:gd name="connsiteX0" fmla="*/ 768350 w 895350"/>
              <a:gd name="connsiteY0" fmla="*/ 0 h 901700"/>
              <a:gd name="connsiteX1" fmla="*/ 895350 w 895350"/>
              <a:gd name="connsiteY1" fmla="*/ 127000 h 901700"/>
              <a:gd name="connsiteX2" fmla="*/ 895350 w 895350"/>
              <a:gd name="connsiteY2" fmla="*/ 774700 h 901700"/>
              <a:gd name="connsiteX3" fmla="*/ 768350 w 895350"/>
              <a:gd name="connsiteY3" fmla="*/ 901700 h 901700"/>
              <a:gd name="connsiteX4" fmla="*/ 127000 w 895350"/>
              <a:gd name="connsiteY4" fmla="*/ 901700 h 901700"/>
              <a:gd name="connsiteX5" fmla="*/ 0 w 895350"/>
              <a:gd name="connsiteY5" fmla="*/ 774700 h 901700"/>
              <a:gd name="connsiteX6" fmla="*/ 0 w 895350"/>
              <a:gd name="connsiteY6" fmla="*/ 127000 h 901700"/>
              <a:gd name="connsiteX7" fmla="*/ 127000 w 895350"/>
              <a:gd name="connsiteY7" fmla="*/ 0 h 901700"/>
            </a:gdLst>
            <a:ahLst/>
            <a:cxnLst/>
            <a:rect l="l" t="t" r="r" b="b"/>
            <a:pathLst>
              <a:path w="895350" h="901700">
                <a:moveTo>
                  <a:pt x="768350" y="0"/>
                </a:moveTo>
                <a:cubicBezTo>
                  <a:pt x="838490" y="0"/>
                  <a:pt x="895350" y="56860"/>
                  <a:pt x="895350" y="127000"/>
                </a:cubicBezTo>
                <a:lnTo>
                  <a:pt x="895350" y="774700"/>
                </a:lnTo>
                <a:cubicBezTo>
                  <a:pt x="895350" y="844840"/>
                  <a:pt x="838490" y="901700"/>
                  <a:pt x="768350" y="901700"/>
                </a:cubicBezTo>
                <a:lnTo>
                  <a:pt x="127000" y="901700"/>
                </a:lnTo>
                <a:cubicBezTo>
                  <a:pt x="56860" y="901700"/>
                  <a:pt x="0" y="844840"/>
                  <a:pt x="0" y="7747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7364603" y="2764963"/>
            <a:ext cx="3963797" cy="4460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项目定位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7364126" y="3213100"/>
            <a:ext cx="3961297" cy="109381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04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致力于打造世界上最好的</a:t>
            </a:r>
            <a:r>
              <a:rPr kumimoji="1" lang="en-US" altLang="zh-CN" sz="1104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Pascal </a:t>
            </a:r>
            <a:r>
              <a:rPr kumimoji="1" lang="en-US" altLang="zh-CN" sz="1104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编译器，采用现代</a:t>
            </a:r>
            <a:r>
              <a:rPr kumimoji="1" lang="en-US" altLang="zh-CN" sz="1104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C++（C++17/20）开发，代码量约 9,429 </a:t>
            </a:r>
            <a:r>
              <a:rPr kumimoji="1" lang="en-US" altLang="zh-CN" sz="1104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行</a:t>
            </a:r>
            <a:r>
              <a:rPr kumimoji="1" lang="en-US" altLang="zh-CN" sz="1104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
</a:t>
            </a:r>
            <a:r>
              <a:rPr kumimoji="1" lang="en-US" altLang="zh-CN" sz="1104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支持跨平台（Windows</a:t>
            </a:r>
            <a:r>
              <a:rPr kumimoji="1" lang="en-US" altLang="zh-CN" sz="1104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/Linux/macOS，x64/ARM64 </a:t>
            </a:r>
            <a:r>
              <a:rPr kumimoji="1" lang="en-US" altLang="zh-CN" sz="1104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架构</a:t>
            </a:r>
            <a:r>
              <a:rPr kumimoji="1" lang="en-US" altLang="zh-CN" sz="1104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），</a:t>
            </a:r>
            <a:r>
              <a:rPr kumimoji="1" lang="en-US" altLang="zh-CN" sz="1104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具备完整功能</a:t>
            </a:r>
            <a:r>
              <a:rPr kumimoji="1" lang="en-US" altLang="zh-CN" sz="1104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kumimoji="1" lang="zh-CN" altLang="en-US" dirty="0"/>
          </a:p>
        </p:txBody>
      </p:sp>
      <p:sp>
        <p:nvSpPr>
          <p:cNvPr id="18" name="标题 1"/>
          <p:cNvSpPr txBox="1"/>
          <p:nvPr/>
        </p:nvSpPr>
        <p:spPr>
          <a:xfrm>
            <a:off x="6440678" y="3372873"/>
            <a:ext cx="459650" cy="413274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ahLst/>
            <a:cxnLst/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gradFill>
            <a:gsLst>
              <a:gs pos="100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项目概述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55675" y="3889571"/>
            <a:ext cx="3009450" cy="15675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实现完整的 Pascal- S 语言编译器，涵盖词法、语法、语义分析及代码生成。</a:t>
            </a:r>
            <a:endParaRPr kumimoji="1"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1763423" y="1807286"/>
            <a:ext cx="1393955" cy="1498868"/>
            <a:chOff x="1763423" y="1807286"/>
            <a:chExt cx="1393955" cy="1498868"/>
          </a:xfrm>
        </p:grpSpPr>
        <p:sp>
          <p:nvSpPr>
            <p:cNvPr id="9" name="标题 1"/>
            <p:cNvSpPr txBox="1"/>
            <p:nvPr/>
          </p:nvSpPr>
          <p:spPr>
            <a:xfrm rot="5400000">
              <a:off x="1796780" y="1773929"/>
              <a:ext cx="1327241" cy="1393955"/>
            </a:xfrm>
            <a:prstGeom prst="hexagon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0" name="标题 1"/>
            <p:cNvSpPr txBox="1"/>
            <p:nvPr/>
          </p:nvSpPr>
          <p:spPr>
            <a:xfrm rot="5400000">
              <a:off x="1784421" y="2032411"/>
              <a:ext cx="1351960" cy="1195528"/>
            </a:xfrm>
            <a:prstGeom prst="hexagon">
              <a:avLst/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1" name="标题 1"/>
            <p:cNvSpPr txBox="1"/>
            <p:nvPr/>
          </p:nvSpPr>
          <p:spPr>
            <a:xfrm>
              <a:off x="2239367" y="2429782"/>
              <a:ext cx="442066" cy="400784"/>
            </a:xfrm>
            <a:custGeom>
              <a:avLst/>
              <a:gdLst>
                <a:gd name="connsiteX0" fmla="*/ 351048 w 1543905"/>
                <a:gd name="connsiteY0" fmla="*/ 523317 h 1399728"/>
                <a:gd name="connsiteX1" fmla="*/ 351048 w 1543905"/>
                <a:gd name="connsiteY1" fmla="*/ 523317 h 1399728"/>
                <a:gd name="connsiteX2" fmla="*/ 351420 w 1543905"/>
                <a:gd name="connsiteY2" fmla="*/ 523503 h 1399728"/>
                <a:gd name="connsiteX3" fmla="*/ 351420 w 1543905"/>
                <a:gd name="connsiteY3" fmla="*/ 1020031 h 1399728"/>
                <a:gd name="connsiteX4" fmla="*/ 351048 w 1543905"/>
                <a:gd name="connsiteY4" fmla="*/ 1020403 h 1399728"/>
                <a:gd name="connsiteX5" fmla="*/ 163525 w 1543905"/>
                <a:gd name="connsiteY5" fmla="*/ 1020403 h 1399728"/>
                <a:gd name="connsiteX6" fmla="*/ 163153 w 1543905"/>
                <a:gd name="connsiteY6" fmla="*/ 1020031 h 1399728"/>
                <a:gd name="connsiteX7" fmla="*/ 163153 w 1543905"/>
                <a:gd name="connsiteY7" fmla="*/ 523503 h 1399728"/>
                <a:gd name="connsiteX8" fmla="*/ 163153 w 1543905"/>
                <a:gd name="connsiteY8" fmla="*/ 523317 h 1399728"/>
                <a:gd name="connsiteX9" fmla="*/ 163339 w 1543905"/>
                <a:gd name="connsiteY9" fmla="*/ 523131 h 1399728"/>
                <a:gd name="connsiteX10" fmla="*/ 351048 w 1543905"/>
                <a:gd name="connsiteY10" fmla="*/ 523131 h 1399728"/>
                <a:gd name="connsiteX11" fmla="*/ 351048 w 1543905"/>
                <a:gd name="connsiteY11" fmla="*/ 411696 h 1399728"/>
                <a:gd name="connsiteX12" fmla="*/ 163339 w 1543905"/>
                <a:gd name="connsiteY12" fmla="*/ 411696 h 1399728"/>
                <a:gd name="connsiteX13" fmla="*/ 51346 w 1543905"/>
                <a:gd name="connsiteY13" fmla="*/ 523689 h 1399728"/>
                <a:gd name="connsiteX14" fmla="*/ 51346 w 1543905"/>
                <a:gd name="connsiteY14" fmla="*/ 1020217 h 1399728"/>
                <a:gd name="connsiteX15" fmla="*/ 163339 w 1543905"/>
                <a:gd name="connsiteY15" fmla="*/ 1132210 h 1399728"/>
                <a:gd name="connsiteX16" fmla="*/ 351048 w 1543905"/>
                <a:gd name="connsiteY16" fmla="*/ 1132210 h 1399728"/>
                <a:gd name="connsiteX17" fmla="*/ 463042 w 1543905"/>
                <a:gd name="connsiteY17" fmla="*/ 1020217 h 1399728"/>
                <a:gd name="connsiteX18" fmla="*/ 463042 w 1543905"/>
                <a:gd name="connsiteY18" fmla="*/ 523503 h 1399728"/>
                <a:gd name="connsiteX19" fmla="*/ 351048 w 1543905"/>
                <a:gd name="connsiteY19" fmla="*/ 411696 h 1399728"/>
                <a:gd name="connsiteX20" fmla="*/ 865808 w 1543905"/>
                <a:gd name="connsiteY20" fmla="*/ 111621 h 1399728"/>
                <a:gd name="connsiteX21" fmla="*/ 866180 w 1543905"/>
                <a:gd name="connsiteY21" fmla="*/ 111807 h 1399728"/>
                <a:gd name="connsiteX22" fmla="*/ 866180 w 1543905"/>
                <a:gd name="connsiteY22" fmla="*/ 1020031 h 1399728"/>
                <a:gd name="connsiteX23" fmla="*/ 865808 w 1543905"/>
                <a:gd name="connsiteY23" fmla="*/ 1020403 h 1399728"/>
                <a:gd name="connsiteX24" fmla="*/ 678284 w 1543905"/>
                <a:gd name="connsiteY24" fmla="*/ 1020403 h 1399728"/>
                <a:gd name="connsiteX25" fmla="*/ 677912 w 1543905"/>
                <a:gd name="connsiteY25" fmla="*/ 1020031 h 1399728"/>
                <a:gd name="connsiteX26" fmla="*/ 677912 w 1543905"/>
                <a:gd name="connsiteY26" fmla="*/ 111993 h 1399728"/>
                <a:gd name="connsiteX27" fmla="*/ 677912 w 1543905"/>
                <a:gd name="connsiteY27" fmla="*/ 111807 h 1399728"/>
                <a:gd name="connsiteX28" fmla="*/ 678098 w 1543905"/>
                <a:gd name="connsiteY28" fmla="*/ 111621 h 1399728"/>
                <a:gd name="connsiteX29" fmla="*/ 865808 w 1543905"/>
                <a:gd name="connsiteY29" fmla="*/ 111621 h 1399728"/>
                <a:gd name="connsiteX30" fmla="*/ 865808 w 1543905"/>
                <a:gd name="connsiteY30" fmla="*/ 0 h 1399728"/>
                <a:gd name="connsiteX31" fmla="*/ 677912 w 1543905"/>
                <a:gd name="connsiteY31" fmla="*/ 0 h 1399728"/>
                <a:gd name="connsiteX32" fmla="*/ 565919 w 1543905"/>
                <a:gd name="connsiteY32" fmla="*/ 111993 h 1399728"/>
                <a:gd name="connsiteX33" fmla="*/ 565919 w 1543905"/>
                <a:gd name="connsiteY33" fmla="*/ 1020217 h 1399728"/>
                <a:gd name="connsiteX34" fmla="*/ 677912 w 1543905"/>
                <a:gd name="connsiteY34" fmla="*/ 1132210 h 1399728"/>
                <a:gd name="connsiteX35" fmla="*/ 865622 w 1543905"/>
                <a:gd name="connsiteY35" fmla="*/ 1132210 h 1399728"/>
                <a:gd name="connsiteX36" fmla="*/ 977615 w 1543905"/>
                <a:gd name="connsiteY36" fmla="*/ 1020217 h 1399728"/>
                <a:gd name="connsiteX37" fmla="*/ 977615 w 1543905"/>
                <a:gd name="connsiteY37" fmla="*/ 111993 h 1399728"/>
                <a:gd name="connsiteX38" fmla="*/ 865808 w 1543905"/>
                <a:gd name="connsiteY38" fmla="*/ 0 h 1399728"/>
                <a:gd name="connsiteX39" fmla="*/ 1380381 w 1543905"/>
                <a:gd name="connsiteY39" fmla="*/ 729072 h 1399728"/>
                <a:gd name="connsiteX40" fmla="*/ 1380753 w 1543905"/>
                <a:gd name="connsiteY40" fmla="*/ 729258 h 1399728"/>
                <a:gd name="connsiteX41" fmla="*/ 1380753 w 1543905"/>
                <a:gd name="connsiteY41" fmla="*/ 1020031 h 1399728"/>
                <a:gd name="connsiteX42" fmla="*/ 1380381 w 1543905"/>
                <a:gd name="connsiteY42" fmla="*/ 1020403 h 1399728"/>
                <a:gd name="connsiteX43" fmla="*/ 1192858 w 1543905"/>
                <a:gd name="connsiteY43" fmla="*/ 1020403 h 1399728"/>
                <a:gd name="connsiteX44" fmla="*/ 1192485 w 1543905"/>
                <a:gd name="connsiteY44" fmla="*/ 1020031 h 1399728"/>
                <a:gd name="connsiteX45" fmla="*/ 1192485 w 1543905"/>
                <a:gd name="connsiteY45" fmla="*/ 729444 h 1399728"/>
                <a:gd name="connsiteX46" fmla="*/ 1192485 w 1543905"/>
                <a:gd name="connsiteY46" fmla="*/ 729258 h 1399728"/>
                <a:gd name="connsiteX47" fmla="*/ 1192671 w 1543905"/>
                <a:gd name="connsiteY47" fmla="*/ 729072 h 1399728"/>
                <a:gd name="connsiteX48" fmla="*/ 1380381 w 1543905"/>
                <a:gd name="connsiteY48" fmla="*/ 729072 h 1399728"/>
                <a:gd name="connsiteX49" fmla="*/ 1380381 w 1543905"/>
                <a:gd name="connsiteY49" fmla="*/ 617451 h 1399728"/>
                <a:gd name="connsiteX50" fmla="*/ 1192671 w 1543905"/>
                <a:gd name="connsiteY50" fmla="*/ 617451 h 1399728"/>
                <a:gd name="connsiteX51" fmla="*/ 1080678 w 1543905"/>
                <a:gd name="connsiteY51" fmla="*/ 729444 h 1399728"/>
                <a:gd name="connsiteX52" fmla="*/ 1080678 w 1543905"/>
                <a:gd name="connsiteY52" fmla="*/ 1020031 h 1399728"/>
                <a:gd name="connsiteX53" fmla="*/ 1192671 w 1543905"/>
                <a:gd name="connsiteY53" fmla="*/ 1132024 h 1399728"/>
                <a:gd name="connsiteX54" fmla="*/ 1380381 w 1543905"/>
                <a:gd name="connsiteY54" fmla="*/ 1132024 h 1399728"/>
                <a:gd name="connsiteX55" fmla="*/ 1492374 w 1543905"/>
                <a:gd name="connsiteY55" fmla="*/ 1020031 h 1399728"/>
                <a:gd name="connsiteX56" fmla="*/ 1492374 w 1543905"/>
                <a:gd name="connsiteY56" fmla="*/ 729444 h 1399728"/>
                <a:gd name="connsiteX57" fmla="*/ 1380381 w 1543905"/>
                <a:gd name="connsiteY57" fmla="*/ 617451 h 1399728"/>
                <a:gd name="connsiteX58" fmla="*/ 1481956 w 1543905"/>
                <a:gd name="connsiteY58" fmla="*/ 1276201 h 1399728"/>
                <a:gd name="connsiteX59" fmla="*/ 61764 w 1543905"/>
                <a:gd name="connsiteY59" fmla="*/ 1276201 h 1399728"/>
                <a:gd name="connsiteX60" fmla="*/ 0 w 1543905"/>
                <a:gd name="connsiteY60" fmla="*/ 1337965 h 1399728"/>
                <a:gd name="connsiteX61" fmla="*/ 61764 w 1543905"/>
                <a:gd name="connsiteY61" fmla="*/ 1399729 h 1399728"/>
                <a:gd name="connsiteX62" fmla="*/ 1482142 w 1543905"/>
                <a:gd name="connsiteY62" fmla="*/ 1399729 h 1399728"/>
                <a:gd name="connsiteX63" fmla="*/ 1543906 w 1543905"/>
                <a:gd name="connsiteY63" fmla="*/ 1337965 h 1399728"/>
                <a:gd name="connsiteX64" fmla="*/ 1481956 w 1543905"/>
                <a:gd name="connsiteY64" fmla="*/ 1276201 h 1399728"/>
              </a:gdLst>
              <a:ahLst/>
              <a:cxnLst/>
              <a:rect l="l" t="t" r="r" b="b"/>
              <a:pathLst>
                <a:path w="1543905" h="1399728">
                  <a:moveTo>
                    <a:pt x="351048" y="523317"/>
                  </a:moveTo>
                  <a:cubicBezTo>
                    <a:pt x="351234" y="523317"/>
                    <a:pt x="351234" y="523317"/>
                    <a:pt x="351048" y="523317"/>
                  </a:cubicBezTo>
                  <a:cubicBezTo>
                    <a:pt x="351234" y="523317"/>
                    <a:pt x="351420" y="523503"/>
                    <a:pt x="351420" y="523503"/>
                  </a:cubicBezTo>
                  <a:lnTo>
                    <a:pt x="351420" y="1020031"/>
                  </a:lnTo>
                  <a:lnTo>
                    <a:pt x="351048" y="1020403"/>
                  </a:lnTo>
                  <a:lnTo>
                    <a:pt x="163525" y="1020403"/>
                  </a:lnTo>
                  <a:lnTo>
                    <a:pt x="163153" y="1020031"/>
                  </a:lnTo>
                  <a:lnTo>
                    <a:pt x="163153" y="523503"/>
                  </a:lnTo>
                  <a:lnTo>
                    <a:pt x="163153" y="523317"/>
                  </a:lnTo>
                  <a:lnTo>
                    <a:pt x="163339" y="523131"/>
                  </a:lnTo>
                  <a:lnTo>
                    <a:pt x="351048" y="523131"/>
                  </a:lnTo>
                  <a:moveTo>
                    <a:pt x="351048" y="411696"/>
                  </a:moveTo>
                  <a:lnTo>
                    <a:pt x="163339" y="411696"/>
                  </a:lnTo>
                  <a:cubicBezTo>
                    <a:pt x="101575" y="411696"/>
                    <a:pt x="51346" y="461739"/>
                    <a:pt x="51346" y="523689"/>
                  </a:cubicBezTo>
                  <a:lnTo>
                    <a:pt x="51346" y="1020217"/>
                  </a:lnTo>
                  <a:cubicBezTo>
                    <a:pt x="51346" y="1081795"/>
                    <a:pt x="101761" y="1132210"/>
                    <a:pt x="163339" y="1132210"/>
                  </a:cubicBezTo>
                  <a:lnTo>
                    <a:pt x="351048" y="1132210"/>
                  </a:lnTo>
                  <a:cubicBezTo>
                    <a:pt x="412626" y="1132210"/>
                    <a:pt x="463042" y="1081795"/>
                    <a:pt x="463042" y="1020217"/>
                  </a:cubicBezTo>
                  <a:lnTo>
                    <a:pt x="463042" y="523503"/>
                  </a:lnTo>
                  <a:cubicBezTo>
                    <a:pt x="463042" y="461739"/>
                    <a:pt x="412998" y="411696"/>
                    <a:pt x="351048" y="411696"/>
                  </a:cubicBezTo>
                  <a:close/>
                  <a:moveTo>
                    <a:pt x="865808" y="111621"/>
                  </a:moveTo>
                  <a:cubicBezTo>
                    <a:pt x="865994" y="111621"/>
                    <a:pt x="866180" y="111807"/>
                    <a:pt x="866180" y="111807"/>
                  </a:cubicBezTo>
                  <a:lnTo>
                    <a:pt x="866180" y="1020031"/>
                  </a:lnTo>
                  <a:lnTo>
                    <a:pt x="865808" y="1020403"/>
                  </a:lnTo>
                  <a:lnTo>
                    <a:pt x="678284" y="1020403"/>
                  </a:lnTo>
                  <a:lnTo>
                    <a:pt x="677912" y="1020031"/>
                  </a:lnTo>
                  <a:lnTo>
                    <a:pt x="677912" y="111993"/>
                  </a:lnTo>
                  <a:lnTo>
                    <a:pt x="677912" y="111807"/>
                  </a:lnTo>
                  <a:lnTo>
                    <a:pt x="678098" y="111621"/>
                  </a:lnTo>
                  <a:lnTo>
                    <a:pt x="865808" y="111621"/>
                  </a:lnTo>
                  <a:moveTo>
                    <a:pt x="865808" y="0"/>
                  </a:moveTo>
                  <a:lnTo>
                    <a:pt x="677912" y="0"/>
                  </a:lnTo>
                  <a:cubicBezTo>
                    <a:pt x="616148" y="0"/>
                    <a:pt x="565919" y="50043"/>
                    <a:pt x="565919" y="111993"/>
                  </a:cubicBezTo>
                  <a:lnTo>
                    <a:pt x="565919" y="1020217"/>
                  </a:lnTo>
                  <a:cubicBezTo>
                    <a:pt x="565919" y="1081795"/>
                    <a:pt x="616335" y="1132210"/>
                    <a:pt x="677912" y="1132210"/>
                  </a:cubicBezTo>
                  <a:lnTo>
                    <a:pt x="865622" y="1132210"/>
                  </a:lnTo>
                  <a:cubicBezTo>
                    <a:pt x="927199" y="1132210"/>
                    <a:pt x="977615" y="1081795"/>
                    <a:pt x="977615" y="1020217"/>
                  </a:cubicBezTo>
                  <a:lnTo>
                    <a:pt x="977615" y="111993"/>
                  </a:lnTo>
                  <a:cubicBezTo>
                    <a:pt x="977615" y="50043"/>
                    <a:pt x="927571" y="0"/>
                    <a:pt x="865808" y="0"/>
                  </a:cubicBezTo>
                  <a:close/>
                  <a:moveTo>
                    <a:pt x="1380381" y="729072"/>
                  </a:moveTo>
                  <a:cubicBezTo>
                    <a:pt x="1380567" y="729072"/>
                    <a:pt x="1380753" y="729258"/>
                    <a:pt x="1380753" y="729258"/>
                  </a:cubicBezTo>
                  <a:lnTo>
                    <a:pt x="1380753" y="1020031"/>
                  </a:lnTo>
                  <a:lnTo>
                    <a:pt x="1380381" y="1020403"/>
                  </a:lnTo>
                  <a:lnTo>
                    <a:pt x="1192858" y="1020403"/>
                  </a:lnTo>
                  <a:lnTo>
                    <a:pt x="1192485" y="1020031"/>
                  </a:lnTo>
                  <a:lnTo>
                    <a:pt x="1192485" y="729444"/>
                  </a:lnTo>
                  <a:lnTo>
                    <a:pt x="1192485" y="729258"/>
                  </a:lnTo>
                  <a:lnTo>
                    <a:pt x="1192671" y="729072"/>
                  </a:lnTo>
                  <a:lnTo>
                    <a:pt x="1380381" y="729072"/>
                  </a:lnTo>
                  <a:moveTo>
                    <a:pt x="1380381" y="617451"/>
                  </a:moveTo>
                  <a:lnTo>
                    <a:pt x="1192671" y="617451"/>
                  </a:lnTo>
                  <a:cubicBezTo>
                    <a:pt x="1130908" y="617451"/>
                    <a:pt x="1080678" y="667494"/>
                    <a:pt x="1080678" y="729444"/>
                  </a:cubicBezTo>
                  <a:lnTo>
                    <a:pt x="1080678" y="1020031"/>
                  </a:lnTo>
                  <a:cubicBezTo>
                    <a:pt x="1080678" y="1081608"/>
                    <a:pt x="1131094" y="1132024"/>
                    <a:pt x="1192671" y="1132024"/>
                  </a:cubicBezTo>
                  <a:lnTo>
                    <a:pt x="1380381" y="1132024"/>
                  </a:lnTo>
                  <a:cubicBezTo>
                    <a:pt x="1441959" y="1132024"/>
                    <a:pt x="1492374" y="1081608"/>
                    <a:pt x="1492374" y="1020031"/>
                  </a:cubicBezTo>
                  <a:lnTo>
                    <a:pt x="1492374" y="729444"/>
                  </a:lnTo>
                  <a:cubicBezTo>
                    <a:pt x="1492374" y="667680"/>
                    <a:pt x="1442145" y="617451"/>
                    <a:pt x="1380381" y="617451"/>
                  </a:cubicBezTo>
                  <a:close/>
                  <a:moveTo>
                    <a:pt x="1481956" y="1276201"/>
                  </a:moveTo>
                  <a:lnTo>
                    <a:pt x="61764" y="1276201"/>
                  </a:lnTo>
                  <a:cubicBezTo>
                    <a:pt x="27719" y="1276201"/>
                    <a:pt x="0" y="1303920"/>
                    <a:pt x="0" y="1337965"/>
                  </a:cubicBezTo>
                  <a:cubicBezTo>
                    <a:pt x="0" y="1372009"/>
                    <a:pt x="27719" y="1399729"/>
                    <a:pt x="61764" y="1399729"/>
                  </a:cubicBezTo>
                  <a:lnTo>
                    <a:pt x="1482142" y="1399729"/>
                  </a:lnTo>
                  <a:cubicBezTo>
                    <a:pt x="1516187" y="1399729"/>
                    <a:pt x="1543906" y="1372009"/>
                    <a:pt x="1543906" y="1337965"/>
                  </a:cubicBezTo>
                  <a:cubicBezTo>
                    <a:pt x="1543720" y="1303734"/>
                    <a:pt x="1516187" y="1276201"/>
                    <a:pt x="1481956" y="1276201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2" name="标题 1"/>
          <p:cNvSpPr txBox="1"/>
          <p:nvPr/>
        </p:nvSpPr>
        <p:spPr>
          <a:xfrm>
            <a:off x="955675" y="3393666"/>
            <a:ext cx="3009450" cy="4646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完整编译器实现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584925" y="3889571"/>
            <a:ext cx="3009450" cy="15675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支持生成 C 代码、LLVM IR、RISC- V 汇编代码，预留多种后端接口。</a:t>
            </a:r>
            <a:endParaRPr kumimoji="1"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5392673" y="1807286"/>
            <a:ext cx="1393955" cy="1498868"/>
            <a:chOff x="5392673" y="1807286"/>
            <a:chExt cx="1393955" cy="1498868"/>
          </a:xfrm>
        </p:grpSpPr>
        <p:sp>
          <p:nvSpPr>
            <p:cNvPr id="15" name="标题 1"/>
            <p:cNvSpPr txBox="1"/>
            <p:nvPr/>
          </p:nvSpPr>
          <p:spPr>
            <a:xfrm rot="5400000">
              <a:off x="5426030" y="1773929"/>
              <a:ext cx="1327241" cy="1393955"/>
            </a:xfrm>
            <a:prstGeom prst="hexagon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rot="5400000">
              <a:off x="5413671" y="2032411"/>
              <a:ext cx="1351960" cy="1195528"/>
            </a:xfrm>
            <a:prstGeom prst="hexagon">
              <a:avLst/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>
              <a:off x="5868617" y="2409142"/>
              <a:ext cx="442066" cy="442066"/>
            </a:xfrm>
            <a:custGeom>
              <a:avLst/>
              <a:gdLst>
                <a:gd name="connsiteX0" fmla="*/ 457070 w 720001"/>
                <a:gd name="connsiteY0" fmla="*/ 57166 h 720001"/>
                <a:gd name="connsiteX1" fmla="*/ 457070 w 720001"/>
                <a:gd name="connsiteY1" fmla="*/ 263017 h 720001"/>
                <a:gd name="connsiteX2" fmla="*/ 662921 w 720001"/>
                <a:gd name="connsiteY2" fmla="*/ 263017 h 720001"/>
                <a:gd name="connsiteX3" fmla="*/ 647393 w 720001"/>
                <a:gd name="connsiteY3" fmla="*/ 212704 h 720001"/>
                <a:gd name="connsiteX4" fmla="*/ 591008 w 720001"/>
                <a:gd name="connsiteY4" fmla="*/ 129079 h 720001"/>
                <a:gd name="connsiteX5" fmla="*/ 507383 w 720001"/>
                <a:gd name="connsiteY5" fmla="*/ 72694 h 720001"/>
                <a:gd name="connsiteX6" fmla="*/ 457070 w 720001"/>
                <a:gd name="connsiteY6" fmla="*/ 57166 h 720001"/>
                <a:gd name="connsiteX7" fmla="*/ 307952 w 720001"/>
                <a:gd name="connsiteY7" fmla="*/ 56386 h 720001"/>
                <a:gd name="connsiteX8" fmla="*/ 240115 w 720001"/>
                <a:gd name="connsiteY8" fmla="*/ 76251 h 720001"/>
                <a:gd name="connsiteX9" fmla="*/ 142092 w 720001"/>
                <a:gd name="connsiteY9" fmla="*/ 142179 h 720001"/>
                <a:gd name="connsiteX10" fmla="*/ 76077 w 720001"/>
                <a:gd name="connsiteY10" fmla="*/ 240116 h 720001"/>
                <a:gd name="connsiteX11" fmla="*/ 51874 w 720001"/>
                <a:gd name="connsiteY11" fmla="*/ 360000 h 720001"/>
                <a:gd name="connsiteX12" fmla="*/ 76077 w 720001"/>
                <a:gd name="connsiteY12" fmla="*/ 479885 h 720001"/>
                <a:gd name="connsiteX13" fmla="*/ 142092 w 720001"/>
                <a:gd name="connsiteY13" fmla="*/ 577822 h 720001"/>
                <a:gd name="connsiteX14" fmla="*/ 240029 w 720001"/>
                <a:gd name="connsiteY14" fmla="*/ 643837 h 720001"/>
                <a:gd name="connsiteX15" fmla="*/ 359913 w 720001"/>
                <a:gd name="connsiteY15" fmla="*/ 668039 h 720001"/>
                <a:gd name="connsiteX16" fmla="*/ 479798 w 720001"/>
                <a:gd name="connsiteY16" fmla="*/ 643837 h 720001"/>
                <a:gd name="connsiteX17" fmla="*/ 577735 w 720001"/>
                <a:gd name="connsiteY17" fmla="*/ 577822 h 720001"/>
                <a:gd name="connsiteX18" fmla="*/ 643750 w 720001"/>
                <a:gd name="connsiteY18" fmla="*/ 479885 h 720001"/>
                <a:gd name="connsiteX19" fmla="*/ 663615 w 720001"/>
                <a:gd name="connsiteY19" fmla="*/ 412049 h 720001"/>
                <a:gd name="connsiteX20" fmla="*/ 360000 w 720001"/>
                <a:gd name="connsiteY20" fmla="*/ 412049 h 720001"/>
                <a:gd name="connsiteX21" fmla="*/ 307952 w 720001"/>
                <a:gd name="connsiteY21" fmla="*/ 360000 h 720001"/>
                <a:gd name="connsiteX22" fmla="*/ 405022 w 720001"/>
                <a:gd name="connsiteY22" fmla="*/ 0 h 720001"/>
                <a:gd name="connsiteX23" fmla="*/ 720001 w 720001"/>
                <a:gd name="connsiteY23" fmla="*/ 314979 h 720001"/>
                <a:gd name="connsiteX24" fmla="*/ 405022 w 720001"/>
                <a:gd name="connsiteY24" fmla="*/ 314979 h 720001"/>
                <a:gd name="connsiteX25" fmla="*/ 360000 w 720001"/>
                <a:gd name="connsiteY25" fmla="*/ 0 h 720001"/>
                <a:gd name="connsiteX26" fmla="*/ 360000 w 720001"/>
                <a:gd name="connsiteY26" fmla="*/ 360000 h 720001"/>
                <a:gd name="connsiteX27" fmla="*/ 720001 w 720001"/>
                <a:gd name="connsiteY27" fmla="*/ 360000 h 720001"/>
                <a:gd name="connsiteX28" fmla="*/ 360000 w 720001"/>
                <a:gd name="connsiteY28" fmla="*/ 720001 h 720001"/>
                <a:gd name="connsiteX29" fmla="*/ 0 w 720001"/>
                <a:gd name="connsiteY29" fmla="*/ 360000 h 720001"/>
                <a:gd name="connsiteX30" fmla="*/ 360000 w 720001"/>
                <a:gd name="connsiteY30" fmla="*/ 0 h 720001"/>
              </a:gdLst>
              <a:ahLst/>
              <a:cxnLst/>
              <a:rect l="l" t="t" r="r" b="b"/>
              <a:pathLst>
                <a:path w="720001" h="720001">
                  <a:moveTo>
                    <a:pt x="457070" y="57166"/>
                  </a:moveTo>
                  <a:lnTo>
                    <a:pt x="457070" y="263017"/>
                  </a:lnTo>
                  <a:lnTo>
                    <a:pt x="662921" y="263017"/>
                  </a:lnTo>
                  <a:cubicBezTo>
                    <a:pt x="659451" y="245755"/>
                    <a:pt x="654246" y="229012"/>
                    <a:pt x="647393" y="212704"/>
                  </a:cubicBezTo>
                  <a:cubicBezTo>
                    <a:pt x="634121" y="181388"/>
                    <a:pt x="615210" y="153282"/>
                    <a:pt x="591008" y="129079"/>
                  </a:cubicBezTo>
                  <a:cubicBezTo>
                    <a:pt x="566806" y="104877"/>
                    <a:pt x="538699" y="85966"/>
                    <a:pt x="507383" y="72694"/>
                  </a:cubicBezTo>
                  <a:cubicBezTo>
                    <a:pt x="491075" y="65755"/>
                    <a:pt x="474246" y="60636"/>
                    <a:pt x="457070" y="57166"/>
                  </a:cubicBezTo>
                  <a:close/>
                  <a:moveTo>
                    <a:pt x="307952" y="56386"/>
                  </a:moveTo>
                  <a:cubicBezTo>
                    <a:pt x="284703" y="60376"/>
                    <a:pt x="262062" y="66969"/>
                    <a:pt x="240115" y="76251"/>
                  </a:cubicBezTo>
                  <a:cubicBezTo>
                    <a:pt x="203508" y="91778"/>
                    <a:pt x="170544" y="113986"/>
                    <a:pt x="142092" y="142179"/>
                  </a:cubicBezTo>
                  <a:cubicBezTo>
                    <a:pt x="113812" y="170545"/>
                    <a:pt x="91605" y="203422"/>
                    <a:pt x="76077" y="240116"/>
                  </a:cubicBezTo>
                  <a:cubicBezTo>
                    <a:pt x="60029" y="278111"/>
                    <a:pt x="51874" y="318362"/>
                    <a:pt x="51874" y="360000"/>
                  </a:cubicBezTo>
                  <a:cubicBezTo>
                    <a:pt x="51874" y="401639"/>
                    <a:pt x="60029" y="441976"/>
                    <a:pt x="76077" y="479885"/>
                  </a:cubicBezTo>
                  <a:cubicBezTo>
                    <a:pt x="91605" y="516579"/>
                    <a:pt x="113812" y="549543"/>
                    <a:pt x="142092" y="577822"/>
                  </a:cubicBezTo>
                  <a:cubicBezTo>
                    <a:pt x="170458" y="606102"/>
                    <a:pt x="203335" y="628309"/>
                    <a:pt x="240029" y="643837"/>
                  </a:cubicBezTo>
                  <a:cubicBezTo>
                    <a:pt x="278024" y="659885"/>
                    <a:pt x="318275" y="668039"/>
                    <a:pt x="359913" y="668039"/>
                  </a:cubicBezTo>
                  <a:cubicBezTo>
                    <a:pt x="401552" y="668039"/>
                    <a:pt x="441890" y="659885"/>
                    <a:pt x="479798" y="643837"/>
                  </a:cubicBezTo>
                  <a:cubicBezTo>
                    <a:pt x="516492" y="628309"/>
                    <a:pt x="549456" y="606102"/>
                    <a:pt x="577735" y="577822"/>
                  </a:cubicBezTo>
                  <a:cubicBezTo>
                    <a:pt x="606015" y="549456"/>
                    <a:pt x="628222" y="516579"/>
                    <a:pt x="643750" y="479885"/>
                  </a:cubicBezTo>
                  <a:cubicBezTo>
                    <a:pt x="653032" y="457938"/>
                    <a:pt x="659625" y="435297"/>
                    <a:pt x="663615" y="412049"/>
                  </a:cubicBezTo>
                  <a:lnTo>
                    <a:pt x="360000" y="412049"/>
                  </a:lnTo>
                  <a:cubicBezTo>
                    <a:pt x="331287" y="412049"/>
                    <a:pt x="307952" y="388714"/>
                    <a:pt x="307952" y="360000"/>
                  </a:cubicBezTo>
                  <a:close/>
                  <a:moveTo>
                    <a:pt x="405022" y="0"/>
                  </a:moveTo>
                  <a:cubicBezTo>
                    <a:pt x="578950" y="0"/>
                    <a:pt x="720001" y="141051"/>
                    <a:pt x="720001" y="314979"/>
                  </a:cubicBezTo>
                  <a:lnTo>
                    <a:pt x="405022" y="314979"/>
                  </a:lnTo>
                  <a:close/>
                  <a:moveTo>
                    <a:pt x="360000" y="0"/>
                  </a:moveTo>
                  <a:lnTo>
                    <a:pt x="360000" y="360000"/>
                  </a:lnTo>
                  <a:lnTo>
                    <a:pt x="720001" y="360000"/>
                  </a:lnTo>
                  <a:cubicBezTo>
                    <a:pt x="720001" y="558825"/>
                    <a:pt x="558824" y="720001"/>
                    <a:pt x="360000" y="720001"/>
                  </a:cubicBezTo>
                  <a:cubicBezTo>
                    <a:pt x="161176" y="720001"/>
                    <a:pt x="0" y="558825"/>
                    <a:pt x="0" y="360000"/>
                  </a:cubicBezTo>
                  <a:cubicBezTo>
                    <a:pt x="0" y="161176"/>
                    <a:pt x="161176" y="0"/>
                    <a:pt x="360000" y="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8" name="标题 1"/>
          <p:cNvSpPr txBox="1"/>
          <p:nvPr/>
        </p:nvSpPr>
        <p:spPr>
          <a:xfrm>
            <a:off x="4584925" y="3393666"/>
            <a:ext cx="3009450" cy="4646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多目标代码生成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8214175" y="3889571"/>
            <a:ext cx="3009450" cy="15675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采用 CI/CD 集成，代码规范标准化，自动化测试全覆盖。</a:t>
            </a:r>
            <a:endParaRPr kumimoji="1"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9021922" y="1807286"/>
            <a:ext cx="1393955" cy="1498868"/>
            <a:chOff x="9021922" y="1807286"/>
            <a:chExt cx="1393955" cy="1498868"/>
          </a:xfrm>
        </p:grpSpPr>
        <p:sp>
          <p:nvSpPr>
            <p:cNvPr id="21" name="标题 1"/>
            <p:cNvSpPr txBox="1"/>
            <p:nvPr/>
          </p:nvSpPr>
          <p:spPr>
            <a:xfrm rot="5400000">
              <a:off x="9055279" y="1773929"/>
              <a:ext cx="1327241" cy="1393955"/>
            </a:xfrm>
            <a:prstGeom prst="hexagon">
              <a:avLst/>
            </a:prstGeom>
            <a:noFill/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rot="5400000">
              <a:off x="9042921" y="2032411"/>
              <a:ext cx="1351960" cy="1195528"/>
            </a:xfrm>
            <a:prstGeom prst="hexagon">
              <a:avLst/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>
              <a:off x="9497867" y="2425704"/>
              <a:ext cx="442066" cy="408942"/>
            </a:xfrm>
            <a:custGeom>
              <a:avLst/>
              <a:gdLst>
                <a:gd name="connsiteX0" fmla="*/ 56258 w 778320"/>
                <a:gd name="connsiteY0" fmla="*/ 333700 h 720001"/>
                <a:gd name="connsiteX1" fmla="*/ 56258 w 778320"/>
                <a:gd name="connsiteY1" fmla="*/ 627457 h 720001"/>
                <a:gd name="connsiteX2" fmla="*/ 66946 w 778320"/>
                <a:gd name="connsiteY2" fmla="*/ 653054 h 720001"/>
                <a:gd name="connsiteX3" fmla="*/ 92544 w 778320"/>
                <a:gd name="connsiteY3" fmla="*/ 663743 h 720001"/>
                <a:gd name="connsiteX4" fmla="*/ 685683 w 778320"/>
                <a:gd name="connsiteY4" fmla="*/ 663743 h 720001"/>
                <a:gd name="connsiteX5" fmla="*/ 711281 w 778320"/>
                <a:gd name="connsiteY5" fmla="*/ 653054 h 720001"/>
                <a:gd name="connsiteX6" fmla="*/ 721969 w 778320"/>
                <a:gd name="connsiteY6" fmla="*/ 627457 h 720001"/>
                <a:gd name="connsiteX7" fmla="*/ 721969 w 778320"/>
                <a:gd name="connsiteY7" fmla="*/ 333700 h 720001"/>
                <a:gd name="connsiteX8" fmla="*/ 92544 w 778320"/>
                <a:gd name="connsiteY8" fmla="*/ 142049 h 720001"/>
                <a:gd name="connsiteX9" fmla="*/ 56258 w 778320"/>
                <a:gd name="connsiteY9" fmla="*/ 178336 h 720001"/>
                <a:gd name="connsiteX10" fmla="*/ 56258 w 778320"/>
                <a:gd name="connsiteY10" fmla="*/ 277443 h 720001"/>
                <a:gd name="connsiteX11" fmla="*/ 721969 w 778320"/>
                <a:gd name="connsiteY11" fmla="*/ 277443 h 720001"/>
                <a:gd name="connsiteX12" fmla="*/ 721969 w 778320"/>
                <a:gd name="connsiteY12" fmla="*/ 178336 h 720001"/>
                <a:gd name="connsiteX13" fmla="*/ 685683 w 778320"/>
                <a:gd name="connsiteY13" fmla="*/ 142049 h 720001"/>
                <a:gd name="connsiteX14" fmla="*/ 561355 w 778320"/>
                <a:gd name="connsiteY14" fmla="*/ 142049 h 720001"/>
                <a:gd name="connsiteX15" fmla="*/ 561355 w 778320"/>
                <a:gd name="connsiteY15" fmla="*/ 201026 h 720001"/>
                <a:gd name="connsiteX16" fmla="*/ 533226 w 778320"/>
                <a:gd name="connsiteY16" fmla="*/ 229249 h 720001"/>
                <a:gd name="connsiteX17" fmla="*/ 505097 w 778320"/>
                <a:gd name="connsiteY17" fmla="*/ 201120 h 720001"/>
                <a:gd name="connsiteX18" fmla="*/ 505097 w 778320"/>
                <a:gd name="connsiteY18" fmla="*/ 142049 h 720001"/>
                <a:gd name="connsiteX19" fmla="*/ 273129 w 778320"/>
                <a:gd name="connsiteY19" fmla="*/ 142049 h 720001"/>
                <a:gd name="connsiteX20" fmla="*/ 273129 w 778320"/>
                <a:gd name="connsiteY20" fmla="*/ 201026 h 720001"/>
                <a:gd name="connsiteX21" fmla="*/ 245001 w 778320"/>
                <a:gd name="connsiteY21" fmla="*/ 229249 h 720001"/>
                <a:gd name="connsiteX22" fmla="*/ 216872 w 778320"/>
                <a:gd name="connsiteY22" fmla="*/ 201120 h 720001"/>
                <a:gd name="connsiteX23" fmla="*/ 216872 w 778320"/>
                <a:gd name="connsiteY23" fmla="*/ 142049 h 720001"/>
                <a:gd name="connsiteX24" fmla="*/ 245001 w 778320"/>
                <a:gd name="connsiteY24" fmla="*/ 0 h 720001"/>
                <a:gd name="connsiteX25" fmla="*/ 273129 w 778320"/>
                <a:gd name="connsiteY25" fmla="*/ 28129 h 720001"/>
                <a:gd name="connsiteX26" fmla="*/ 273129 w 778320"/>
                <a:gd name="connsiteY26" fmla="*/ 85792 h 720001"/>
                <a:gd name="connsiteX27" fmla="*/ 505097 w 778320"/>
                <a:gd name="connsiteY27" fmla="*/ 85792 h 720001"/>
                <a:gd name="connsiteX28" fmla="*/ 505097 w 778320"/>
                <a:gd name="connsiteY28" fmla="*/ 28129 h 720001"/>
                <a:gd name="connsiteX29" fmla="*/ 533226 w 778320"/>
                <a:gd name="connsiteY29" fmla="*/ 0 h 720001"/>
                <a:gd name="connsiteX30" fmla="*/ 561355 w 778320"/>
                <a:gd name="connsiteY30" fmla="*/ 28129 h 720001"/>
                <a:gd name="connsiteX31" fmla="*/ 561355 w 778320"/>
                <a:gd name="connsiteY31" fmla="*/ 85792 h 720001"/>
                <a:gd name="connsiteX32" fmla="*/ 685683 w 778320"/>
                <a:gd name="connsiteY32" fmla="*/ 85792 h 720001"/>
                <a:gd name="connsiteX33" fmla="*/ 778320 w 778320"/>
                <a:gd name="connsiteY33" fmla="*/ 178336 h 720001"/>
                <a:gd name="connsiteX34" fmla="*/ 778320 w 778320"/>
                <a:gd name="connsiteY34" fmla="*/ 627457 h 720001"/>
                <a:gd name="connsiteX35" fmla="*/ 685777 w 778320"/>
                <a:gd name="connsiteY35" fmla="*/ 720001 h 720001"/>
                <a:gd name="connsiteX36" fmla="*/ 92544 w 778320"/>
                <a:gd name="connsiteY36" fmla="*/ 720001 h 720001"/>
                <a:gd name="connsiteX37" fmla="*/ 0 w 778320"/>
                <a:gd name="connsiteY37" fmla="*/ 627457 h 720001"/>
                <a:gd name="connsiteX38" fmla="*/ 0 w 778320"/>
                <a:gd name="connsiteY38" fmla="*/ 333700 h 720001"/>
                <a:gd name="connsiteX39" fmla="*/ 0 w 778320"/>
                <a:gd name="connsiteY39" fmla="*/ 277443 h 720001"/>
                <a:gd name="connsiteX40" fmla="*/ 0 w 778320"/>
                <a:gd name="connsiteY40" fmla="*/ 178336 h 720001"/>
                <a:gd name="connsiteX41" fmla="*/ 92544 w 778320"/>
                <a:gd name="connsiteY41" fmla="*/ 85792 h 720001"/>
                <a:gd name="connsiteX42" fmla="*/ 216872 w 778320"/>
                <a:gd name="connsiteY42" fmla="*/ 85792 h 720001"/>
                <a:gd name="connsiteX43" fmla="*/ 216872 w 778320"/>
                <a:gd name="connsiteY43" fmla="*/ 28129 h 720001"/>
                <a:gd name="connsiteX44" fmla="*/ 245001 w 778320"/>
                <a:gd name="connsiteY44" fmla="*/ 0 h 720001"/>
              </a:gdLst>
              <a:ahLst/>
              <a:cxnLst/>
              <a:rect l="l" t="t" r="r" b="b"/>
              <a:pathLst>
                <a:path w="778320" h="720001">
                  <a:moveTo>
                    <a:pt x="56258" y="333700"/>
                  </a:moveTo>
                  <a:lnTo>
                    <a:pt x="56258" y="627457"/>
                  </a:lnTo>
                  <a:cubicBezTo>
                    <a:pt x="56258" y="637115"/>
                    <a:pt x="60008" y="646116"/>
                    <a:pt x="66946" y="653054"/>
                  </a:cubicBezTo>
                  <a:cubicBezTo>
                    <a:pt x="73885" y="659899"/>
                    <a:pt x="82980" y="663743"/>
                    <a:pt x="92544" y="663743"/>
                  </a:cubicBezTo>
                  <a:lnTo>
                    <a:pt x="685683" y="663743"/>
                  </a:lnTo>
                  <a:cubicBezTo>
                    <a:pt x="695341" y="663743"/>
                    <a:pt x="704342" y="659993"/>
                    <a:pt x="711281" y="653054"/>
                  </a:cubicBezTo>
                  <a:cubicBezTo>
                    <a:pt x="718125" y="646116"/>
                    <a:pt x="721969" y="637021"/>
                    <a:pt x="721969" y="627457"/>
                  </a:cubicBezTo>
                  <a:lnTo>
                    <a:pt x="721969" y="333700"/>
                  </a:lnTo>
                  <a:close/>
                  <a:moveTo>
                    <a:pt x="92544" y="142049"/>
                  </a:moveTo>
                  <a:cubicBezTo>
                    <a:pt x="72478" y="142049"/>
                    <a:pt x="56258" y="158364"/>
                    <a:pt x="56258" y="178336"/>
                  </a:cubicBezTo>
                  <a:lnTo>
                    <a:pt x="56258" y="277443"/>
                  </a:lnTo>
                  <a:lnTo>
                    <a:pt x="721969" y="277443"/>
                  </a:lnTo>
                  <a:lnTo>
                    <a:pt x="721969" y="178336"/>
                  </a:lnTo>
                  <a:cubicBezTo>
                    <a:pt x="721969" y="158270"/>
                    <a:pt x="705655" y="142049"/>
                    <a:pt x="685683" y="142049"/>
                  </a:cubicBezTo>
                  <a:lnTo>
                    <a:pt x="561355" y="142049"/>
                  </a:lnTo>
                  <a:lnTo>
                    <a:pt x="561355" y="201026"/>
                  </a:lnTo>
                  <a:cubicBezTo>
                    <a:pt x="561355" y="216591"/>
                    <a:pt x="548790" y="229249"/>
                    <a:pt x="533226" y="229249"/>
                  </a:cubicBezTo>
                  <a:cubicBezTo>
                    <a:pt x="517661" y="229249"/>
                    <a:pt x="505097" y="216685"/>
                    <a:pt x="505097" y="201120"/>
                  </a:cubicBezTo>
                  <a:lnTo>
                    <a:pt x="505097" y="142049"/>
                  </a:lnTo>
                  <a:lnTo>
                    <a:pt x="273129" y="142049"/>
                  </a:lnTo>
                  <a:lnTo>
                    <a:pt x="273129" y="201026"/>
                  </a:lnTo>
                  <a:cubicBezTo>
                    <a:pt x="273129" y="216591"/>
                    <a:pt x="260565" y="229249"/>
                    <a:pt x="245001" y="229249"/>
                  </a:cubicBezTo>
                  <a:cubicBezTo>
                    <a:pt x="229436" y="229249"/>
                    <a:pt x="216872" y="216685"/>
                    <a:pt x="216872" y="201120"/>
                  </a:cubicBezTo>
                  <a:lnTo>
                    <a:pt x="216872" y="142049"/>
                  </a:lnTo>
                  <a:close/>
                  <a:moveTo>
                    <a:pt x="245001" y="0"/>
                  </a:moveTo>
                  <a:cubicBezTo>
                    <a:pt x="260565" y="0"/>
                    <a:pt x="273129" y="12564"/>
                    <a:pt x="273129" y="28129"/>
                  </a:cubicBezTo>
                  <a:lnTo>
                    <a:pt x="273129" y="85792"/>
                  </a:lnTo>
                  <a:lnTo>
                    <a:pt x="505097" y="85792"/>
                  </a:lnTo>
                  <a:lnTo>
                    <a:pt x="505097" y="28129"/>
                  </a:lnTo>
                  <a:cubicBezTo>
                    <a:pt x="505097" y="12564"/>
                    <a:pt x="517661" y="0"/>
                    <a:pt x="533226" y="0"/>
                  </a:cubicBezTo>
                  <a:cubicBezTo>
                    <a:pt x="548790" y="0"/>
                    <a:pt x="561355" y="12564"/>
                    <a:pt x="561355" y="28129"/>
                  </a:cubicBezTo>
                  <a:lnTo>
                    <a:pt x="561355" y="85792"/>
                  </a:lnTo>
                  <a:lnTo>
                    <a:pt x="685683" y="85792"/>
                  </a:lnTo>
                  <a:cubicBezTo>
                    <a:pt x="736784" y="85792"/>
                    <a:pt x="778227" y="127235"/>
                    <a:pt x="778320" y="178336"/>
                  </a:cubicBezTo>
                  <a:lnTo>
                    <a:pt x="778320" y="627457"/>
                  </a:lnTo>
                  <a:cubicBezTo>
                    <a:pt x="778320" y="678370"/>
                    <a:pt x="736690" y="720001"/>
                    <a:pt x="685777" y="720001"/>
                  </a:cubicBezTo>
                  <a:lnTo>
                    <a:pt x="92544" y="720001"/>
                  </a:lnTo>
                  <a:cubicBezTo>
                    <a:pt x="41631" y="720001"/>
                    <a:pt x="0" y="678370"/>
                    <a:pt x="0" y="627457"/>
                  </a:cubicBezTo>
                  <a:lnTo>
                    <a:pt x="0" y="333700"/>
                  </a:lnTo>
                  <a:lnTo>
                    <a:pt x="0" y="277443"/>
                  </a:lnTo>
                  <a:lnTo>
                    <a:pt x="0" y="178336"/>
                  </a:lnTo>
                  <a:cubicBezTo>
                    <a:pt x="0" y="127235"/>
                    <a:pt x="41443" y="85792"/>
                    <a:pt x="92544" y="85792"/>
                  </a:cubicBezTo>
                  <a:lnTo>
                    <a:pt x="216872" y="85792"/>
                  </a:lnTo>
                  <a:lnTo>
                    <a:pt x="216872" y="28129"/>
                  </a:lnTo>
                  <a:cubicBezTo>
                    <a:pt x="216872" y="12564"/>
                    <a:pt x="229436" y="0"/>
                    <a:pt x="245001" y="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4" name="标题 1"/>
          <p:cNvSpPr txBox="1"/>
          <p:nvPr/>
        </p:nvSpPr>
        <p:spPr>
          <a:xfrm>
            <a:off x="8214175" y="3393666"/>
            <a:ext cx="3009450" cy="4646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现代化工程实践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项目特色功能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338580" y="1865490"/>
            <a:ext cx="8704580" cy="979175"/>
          </a:xfrm>
          <a:prstGeom prst="roundRect">
            <a:avLst>
              <a:gd name="adj" fmla="val 9620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338581" y="1447801"/>
            <a:ext cx="1907582" cy="1028700"/>
          </a:xfrm>
          <a:custGeom>
            <a:avLst/>
            <a:gdLst>
              <a:gd name="connsiteX0" fmla="*/ 98961 w 2564026"/>
              <a:gd name="connsiteY0" fmla="*/ 0 h 1382700"/>
              <a:gd name="connsiteX1" fmla="*/ 1668879 w 2564026"/>
              <a:gd name="connsiteY1" fmla="*/ 0 h 1382700"/>
              <a:gd name="connsiteX2" fmla="*/ 1690872 w 2564026"/>
              <a:gd name="connsiteY2" fmla="*/ 4440 h 1382700"/>
              <a:gd name="connsiteX3" fmla="*/ 1711613 w 2564026"/>
              <a:gd name="connsiteY3" fmla="*/ 2994 h 1382700"/>
              <a:gd name="connsiteX4" fmla="*/ 1748861 w 2564026"/>
              <a:gd name="connsiteY4" fmla="*/ 15519 h 1382700"/>
              <a:gd name="connsiteX5" fmla="*/ 2514529 w 2564026"/>
              <a:gd name="connsiteY5" fmla="*/ 457578 h 1382700"/>
              <a:gd name="connsiteX6" fmla="*/ 2550752 w 2564026"/>
              <a:gd name="connsiteY6" fmla="*/ 592762 h 1382700"/>
              <a:gd name="connsiteX7" fmla="*/ 2135363 w 2564026"/>
              <a:gd name="connsiteY7" fmla="*/ 1312237 h 1382700"/>
              <a:gd name="connsiteX8" fmla="*/ 2123557 w 2564026"/>
              <a:gd name="connsiteY8" fmla="*/ 1325621 h 1382700"/>
              <a:gd name="connsiteX9" fmla="*/ 2104615 w 2564026"/>
              <a:gd name="connsiteY9" fmla="*/ 1353715 h 1382700"/>
              <a:gd name="connsiteX10" fmla="*/ 2034639 w 2564026"/>
              <a:gd name="connsiteY10" fmla="*/ 1382700 h 1382700"/>
              <a:gd name="connsiteX11" fmla="*/ 98961 w 2564026"/>
              <a:gd name="connsiteY11" fmla="*/ 1382700 h 1382700"/>
              <a:gd name="connsiteX12" fmla="*/ 0 w 2564026"/>
              <a:gd name="connsiteY12" fmla="*/ 1283739 h 1382700"/>
              <a:gd name="connsiteX13" fmla="*/ 0 w 2564026"/>
              <a:gd name="connsiteY13" fmla="*/ 929739 h 1382700"/>
              <a:gd name="connsiteX14" fmla="*/ 0 w 2564026"/>
              <a:gd name="connsiteY14" fmla="*/ 452961 h 1382700"/>
              <a:gd name="connsiteX15" fmla="*/ 0 w 2564026"/>
              <a:gd name="connsiteY15" fmla="*/ 98961 h 1382700"/>
              <a:gd name="connsiteX16" fmla="*/ 98961 w 2564026"/>
              <a:gd name="connsiteY16" fmla="*/ 0 h 1382700"/>
            </a:gdLst>
            <a:ahLst/>
            <a:cxnLst/>
            <a:rect l="l" t="t" r="r" b="b"/>
            <a:pathLst>
              <a:path w="2564026" h="1382700">
                <a:moveTo>
                  <a:pt x="98961" y="0"/>
                </a:moveTo>
                <a:lnTo>
                  <a:pt x="1668879" y="0"/>
                </a:lnTo>
                <a:lnTo>
                  <a:pt x="1690872" y="4440"/>
                </a:lnTo>
                <a:lnTo>
                  <a:pt x="1711613" y="2994"/>
                </a:lnTo>
                <a:cubicBezTo>
                  <a:pt x="1724370" y="4577"/>
                  <a:pt x="1737028" y="8687"/>
                  <a:pt x="1748861" y="15519"/>
                </a:cubicBezTo>
                <a:lnTo>
                  <a:pt x="2514529" y="457578"/>
                </a:lnTo>
                <a:cubicBezTo>
                  <a:pt x="2561862" y="484906"/>
                  <a:pt x="2578079" y="545429"/>
                  <a:pt x="2550752" y="592762"/>
                </a:cubicBezTo>
                <a:lnTo>
                  <a:pt x="2135363" y="1312237"/>
                </a:lnTo>
                <a:lnTo>
                  <a:pt x="2123557" y="1325621"/>
                </a:lnTo>
                <a:lnTo>
                  <a:pt x="2104615" y="1353715"/>
                </a:lnTo>
                <a:cubicBezTo>
                  <a:pt x="2086707" y="1371624"/>
                  <a:pt x="2061967" y="1382700"/>
                  <a:pt x="2034639" y="1382700"/>
                </a:cubicBezTo>
                <a:lnTo>
                  <a:pt x="98961" y="1382700"/>
                </a:lnTo>
                <a:cubicBezTo>
                  <a:pt x="44306" y="1382700"/>
                  <a:pt x="0" y="1338394"/>
                  <a:pt x="0" y="1283739"/>
                </a:cubicBezTo>
                <a:lnTo>
                  <a:pt x="0" y="929739"/>
                </a:lnTo>
                <a:lnTo>
                  <a:pt x="0" y="452961"/>
                </a:lnTo>
                <a:lnTo>
                  <a:pt x="0" y="98961"/>
                </a:lnTo>
                <a:cubicBezTo>
                  <a:pt x="0" y="44306"/>
                  <a:pt x="44306" y="0"/>
                  <a:pt x="98961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442319" y="2003214"/>
            <a:ext cx="6323980" cy="7037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用户界面层、驱动控制层、编译前端、语义分析、代码生成、基础设施层。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3442323" y="1471801"/>
            <a:ext cx="6323977" cy="361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分层模块化设计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718552" y="1619783"/>
            <a:ext cx="888561" cy="6847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01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2136140" y="3416160"/>
            <a:ext cx="8704580" cy="979175"/>
          </a:xfrm>
          <a:prstGeom prst="roundRect">
            <a:avLst>
              <a:gd name="adj" fmla="val 9620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8933137" y="2998471"/>
            <a:ext cx="1907582" cy="1028700"/>
          </a:xfrm>
          <a:custGeom>
            <a:avLst/>
            <a:gdLst>
              <a:gd name="connsiteX0" fmla="*/ 98961 w 2564026"/>
              <a:gd name="connsiteY0" fmla="*/ 0 h 1382700"/>
              <a:gd name="connsiteX1" fmla="*/ 1668879 w 2564026"/>
              <a:gd name="connsiteY1" fmla="*/ 0 h 1382700"/>
              <a:gd name="connsiteX2" fmla="*/ 1690872 w 2564026"/>
              <a:gd name="connsiteY2" fmla="*/ 4440 h 1382700"/>
              <a:gd name="connsiteX3" fmla="*/ 1711613 w 2564026"/>
              <a:gd name="connsiteY3" fmla="*/ 2994 h 1382700"/>
              <a:gd name="connsiteX4" fmla="*/ 1748861 w 2564026"/>
              <a:gd name="connsiteY4" fmla="*/ 15519 h 1382700"/>
              <a:gd name="connsiteX5" fmla="*/ 2514529 w 2564026"/>
              <a:gd name="connsiteY5" fmla="*/ 457578 h 1382700"/>
              <a:gd name="connsiteX6" fmla="*/ 2550752 w 2564026"/>
              <a:gd name="connsiteY6" fmla="*/ 592762 h 1382700"/>
              <a:gd name="connsiteX7" fmla="*/ 2135363 w 2564026"/>
              <a:gd name="connsiteY7" fmla="*/ 1312237 h 1382700"/>
              <a:gd name="connsiteX8" fmla="*/ 2123557 w 2564026"/>
              <a:gd name="connsiteY8" fmla="*/ 1325621 h 1382700"/>
              <a:gd name="connsiteX9" fmla="*/ 2104615 w 2564026"/>
              <a:gd name="connsiteY9" fmla="*/ 1353715 h 1382700"/>
              <a:gd name="connsiteX10" fmla="*/ 2034639 w 2564026"/>
              <a:gd name="connsiteY10" fmla="*/ 1382700 h 1382700"/>
              <a:gd name="connsiteX11" fmla="*/ 98961 w 2564026"/>
              <a:gd name="connsiteY11" fmla="*/ 1382700 h 1382700"/>
              <a:gd name="connsiteX12" fmla="*/ 0 w 2564026"/>
              <a:gd name="connsiteY12" fmla="*/ 1283739 h 1382700"/>
              <a:gd name="connsiteX13" fmla="*/ 0 w 2564026"/>
              <a:gd name="connsiteY13" fmla="*/ 929739 h 1382700"/>
              <a:gd name="connsiteX14" fmla="*/ 0 w 2564026"/>
              <a:gd name="connsiteY14" fmla="*/ 452961 h 1382700"/>
              <a:gd name="connsiteX15" fmla="*/ 0 w 2564026"/>
              <a:gd name="connsiteY15" fmla="*/ 98961 h 1382700"/>
              <a:gd name="connsiteX16" fmla="*/ 98961 w 2564026"/>
              <a:gd name="connsiteY16" fmla="*/ 0 h 1382700"/>
            </a:gdLst>
            <a:ahLst/>
            <a:cxnLst/>
            <a:rect l="l" t="t" r="r" b="b"/>
            <a:pathLst>
              <a:path w="2564026" h="1382700">
                <a:moveTo>
                  <a:pt x="98961" y="0"/>
                </a:moveTo>
                <a:lnTo>
                  <a:pt x="1668879" y="0"/>
                </a:lnTo>
                <a:lnTo>
                  <a:pt x="1690872" y="4440"/>
                </a:lnTo>
                <a:lnTo>
                  <a:pt x="1711613" y="2994"/>
                </a:lnTo>
                <a:cubicBezTo>
                  <a:pt x="1724370" y="4577"/>
                  <a:pt x="1737028" y="8687"/>
                  <a:pt x="1748861" y="15519"/>
                </a:cubicBezTo>
                <a:lnTo>
                  <a:pt x="2514529" y="457578"/>
                </a:lnTo>
                <a:cubicBezTo>
                  <a:pt x="2561862" y="484906"/>
                  <a:pt x="2578079" y="545429"/>
                  <a:pt x="2550752" y="592762"/>
                </a:cubicBezTo>
                <a:lnTo>
                  <a:pt x="2135363" y="1312237"/>
                </a:lnTo>
                <a:lnTo>
                  <a:pt x="2123557" y="1325621"/>
                </a:lnTo>
                <a:lnTo>
                  <a:pt x="2104615" y="1353715"/>
                </a:lnTo>
                <a:cubicBezTo>
                  <a:pt x="2086707" y="1371624"/>
                  <a:pt x="2061967" y="1382700"/>
                  <a:pt x="2034639" y="1382700"/>
                </a:cubicBezTo>
                <a:lnTo>
                  <a:pt x="98961" y="1382700"/>
                </a:lnTo>
                <a:cubicBezTo>
                  <a:pt x="44306" y="1382700"/>
                  <a:pt x="0" y="1338394"/>
                  <a:pt x="0" y="1283739"/>
                </a:cubicBezTo>
                <a:lnTo>
                  <a:pt x="0" y="929739"/>
                </a:lnTo>
                <a:lnTo>
                  <a:pt x="0" y="452961"/>
                </a:lnTo>
                <a:lnTo>
                  <a:pt x="0" y="98961"/>
                </a:lnTo>
                <a:cubicBezTo>
                  <a:pt x="0" y="44306"/>
                  <a:pt x="44306" y="0"/>
                  <a:pt x="98961" y="0"/>
                </a:cubicBez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2379981" y="3553884"/>
            <a:ext cx="6357000" cy="7037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智能指针、variant、format 等特性提升开发效率与代码质量。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2374900" y="3022471"/>
            <a:ext cx="6362077" cy="361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现代 C++技术栈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572187" y="3170453"/>
            <a:ext cx="888561" cy="6847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02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338580" y="4966830"/>
            <a:ext cx="8707120" cy="979175"/>
          </a:xfrm>
          <a:prstGeom prst="roundRect">
            <a:avLst>
              <a:gd name="adj" fmla="val 9620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338581" y="4549141"/>
            <a:ext cx="1907582" cy="1028700"/>
          </a:xfrm>
          <a:custGeom>
            <a:avLst/>
            <a:gdLst>
              <a:gd name="connsiteX0" fmla="*/ 98961 w 2564026"/>
              <a:gd name="connsiteY0" fmla="*/ 0 h 1382700"/>
              <a:gd name="connsiteX1" fmla="*/ 1668879 w 2564026"/>
              <a:gd name="connsiteY1" fmla="*/ 0 h 1382700"/>
              <a:gd name="connsiteX2" fmla="*/ 1690872 w 2564026"/>
              <a:gd name="connsiteY2" fmla="*/ 4440 h 1382700"/>
              <a:gd name="connsiteX3" fmla="*/ 1711613 w 2564026"/>
              <a:gd name="connsiteY3" fmla="*/ 2994 h 1382700"/>
              <a:gd name="connsiteX4" fmla="*/ 1748861 w 2564026"/>
              <a:gd name="connsiteY4" fmla="*/ 15519 h 1382700"/>
              <a:gd name="connsiteX5" fmla="*/ 2514529 w 2564026"/>
              <a:gd name="connsiteY5" fmla="*/ 457578 h 1382700"/>
              <a:gd name="connsiteX6" fmla="*/ 2550752 w 2564026"/>
              <a:gd name="connsiteY6" fmla="*/ 592762 h 1382700"/>
              <a:gd name="connsiteX7" fmla="*/ 2135363 w 2564026"/>
              <a:gd name="connsiteY7" fmla="*/ 1312237 h 1382700"/>
              <a:gd name="connsiteX8" fmla="*/ 2123557 w 2564026"/>
              <a:gd name="connsiteY8" fmla="*/ 1325621 h 1382700"/>
              <a:gd name="connsiteX9" fmla="*/ 2104615 w 2564026"/>
              <a:gd name="connsiteY9" fmla="*/ 1353715 h 1382700"/>
              <a:gd name="connsiteX10" fmla="*/ 2034639 w 2564026"/>
              <a:gd name="connsiteY10" fmla="*/ 1382700 h 1382700"/>
              <a:gd name="connsiteX11" fmla="*/ 98961 w 2564026"/>
              <a:gd name="connsiteY11" fmla="*/ 1382700 h 1382700"/>
              <a:gd name="connsiteX12" fmla="*/ 0 w 2564026"/>
              <a:gd name="connsiteY12" fmla="*/ 1283739 h 1382700"/>
              <a:gd name="connsiteX13" fmla="*/ 0 w 2564026"/>
              <a:gd name="connsiteY13" fmla="*/ 929739 h 1382700"/>
              <a:gd name="connsiteX14" fmla="*/ 0 w 2564026"/>
              <a:gd name="connsiteY14" fmla="*/ 452961 h 1382700"/>
              <a:gd name="connsiteX15" fmla="*/ 0 w 2564026"/>
              <a:gd name="connsiteY15" fmla="*/ 98961 h 1382700"/>
              <a:gd name="connsiteX16" fmla="*/ 98961 w 2564026"/>
              <a:gd name="connsiteY16" fmla="*/ 0 h 1382700"/>
            </a:gdLst>
            <a:ahLst/>
            <a:cxnLst/>
            <a:rect l="l" t="t" r="r" b="b"/>
            <a:pathLst>
              <a:path w="2564026" h="1382700">
                <a:moveTo>
                  <a:pt x="98961" y="0"/>
                </a:moveTo>
                <a:lnTo>
                  <a:pt x="1668879" y="0"/>
                </a:lnTo>
                <a:lnTo>
                  <a:pt x="1690872" y="4440"/>
                </a:lnTo>
                <a:lnTo>
                  <a:pt x="1711613" y="2994"/>
                </a:lnTo>
                <a:cubicBezTo>
                  <a:pt x="1724370" y="4577"/>
                  <a:pt x="1737028" y="8687"/>
                  <a:pt x="1748861" y="15519"/>
                </a:cubicBezTo>
                <a:lnTo>
                  <a:pt x="2514529" y="457578"/>
                </a:lnTo>
                <a:cubicBezTo>
                  <a:pt x="2561862" y="484906"/>
                  <a:pt x="2578079" y="545429"/>
                  <a:pt x="2550752" y="592762"/>
                </a:cubicBezTo>
                <a:lnTo>
                  <a:pt x="2135363" y="1312237"/>
                </a:lnTo>
                <a:lnTo>
                  <a:pt x="2123557" y="1325621"/>
                </a:lnTo>
                <a:lnTo>
                  <a:pt x="2104615" y="1353715"/>
                </a:lnTo>
                <a:cubicBezTo>
                  <a:pt x="2086707" y="1371624"/>
                  <a:pt x="2061967" y="1382700"/>
                  <a:pt x="2034639" y="1382700"/>
                </a:cubicBezTo>
                <a:lnTo>
                  <a:pt x="98961" y="1382700"/>
                </a:lnTo>
                <a:cubicBezTo>
                  <a:pt x="44306" y="1382700"/>
                  <a:pt x="0" y="1338394"/>
                  <a:pt x="0" y="1283739"/>
                </a:cubicBezTo>
                <a:lnTo>
                  <a:pt x="0" y="929739"/>
                </a:lnTo>
                <a:lnTo>
                  <a:pt x="0" y="452961"/>
                </a:lnTo>
                <a:lnTo>
                  <a:pt x="0" y="98961"/>
                </a:lnTo>
                <a:cubicBezTo>
                  <a:pt x="0" y="44306"/>
                  <a:pt x="44306" y="0"/>
                  <a:pt x="98961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3442319" y="5104554"/>
            <a:ext cx="6323981" cy="7037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Flex 词法分析器、Bison 语法分析器、CMake 构建系统协同工作。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3442323" y="4573141"/>
            <a:ext cx="6323977" cy="361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工具链集成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718552" y="4721123"/>
            <a:ext cx="888561" cy="6847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03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技术架构概览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524603" y="2937697"/>
            <a:ext cx="1301577" cy="2462355"/>
          </a:xfrm>
          <a:custGeom>
            <a:avLst/>
            <a:gdLst>
              <a:gd name="T0" fmla="*/ 672 w 672"/>
              <a:gd name="T1" fmla="*/ 0 h 1271"/>
              <a:gd name="T2" fmla="*/ 487 w 672"/>
              <a:gd name="T3" fmla="*/ 23 h 1271"/>
              <a:gd name="T4" fmla="*/ 536 w 672"/>
              <a:gd name="T5" fmla="*/ 62 h 1271"/>
              <a:gd name="T6" fmla="*/ 511 w 672"/>
              <a:gd name="T7" fmla="*/ 73 h 1271"/>
              <a:gd name="T8" fmla="*/ 275 w 672"/>
              <a:gd name="T9" fmla="*/ 643 h 1271"/>
              <a:gd name="T10" fmla="*/ 7 w 672"/>
              <a:gd name="T11" fmla="*/ 965 h 1271"/>
              <a:gd name="T12" fmla="*/ 332 w 672"/>
              <a:gd name="T13" fmla="*/ 1264 h 1271"/>
              <a:gd name="T14" fmla="*/ 622 w 672"/>
              <a:gd name="T15" fmla="*/ 1025 h 1271"/>
              <a:gd name="T16" fmla="*/ 622 w 672"/>
              <a:gd name="T17" fmla="*/ 1025 h 1271"/>
              <a:gd name="T18" fmla="*/ 627 w 672"/>
              <a:gd name="T19" fmla="*/ 1000 h 1271"/>
              <a:gd name="T20" fmla="*/ 627 w 672"/>
              <a:gd name="T21" fmla="*/ 1000 h 1271"/>
              <a:gd name="T22" fmla="*/ 627 w 672"/>
              <a:gd name="T23" fmla="*/ 1000 h 1271"/>
              <a:gd name="T24" fmla="*/ 366 w 672"/>
              <a:gd name="T25" fmla="*/ 750 h 1271"/>
              <a:gd name="T26" fmla="*/ 322 w 672"/>
              <a:gd name="T27" fmla="*/ 637 h 1271"/>
              <a:gd name="T28" fmla="*/ 541 w 672"/>
              <a:gd name="T29" fmla="*/ 73 h 1271"/>
              <a:gd name="T30" fmla="*/ 545 w 672"/>
              <a:gd name="T31" fmla="*/ 137 h 1271"/>
              <a:gd name="T32" fmla="*/ 672 w 672"/>
              <a:gd name="T33" fmla="*/ 0 h 1271"/>
            </a:gdLst>
            <a:ahLst/>
            <a:cxnLst/>
            <a:rect l="0" t="0" r="r" b="b"/>
            <a:pathLst>
              <a:path w="672" h="1271">
                <a:moveTo>
                  <a:pt x="672" y="0"/>
                </a:moveTo>
                <a:cubicBezTo>
                  <a:pt x="487" y="23"/>
                  <a:pt x="487" y="23"/>
                  <a:pt x="487" y="23"/>
                </a:cubicBezTo>
                <a:cubicBezTo>
                  <a:pt x="536" y="62"/>
                  <a:pt x="536" y="62"/>
                  <a:pt x="536" y="62"/>
                </a:cubicBezTo>
                <a:cubicBezTo>
                  <a:pt x="525" y="67"/>
                  <a:pt x="522" y="68"/>
                  <a:pt x="511" y="73"/>
                </a:cubicBezTo>
                <a:cubicBezTo>
                  <a:pt x="309" y="177"/>
                  <a:pt x="217" y="417"/>
                  <a:pt x="275" y="643"/>
                </a:cubicBezTo>
                <a:cubicBezTo>
                  <a:pt x="117" y="665"/>
                  <a:pt x="0" y="803"/>
                  <a:pt x="7" y="965"/>
                </a:cubicBezTo>
                <a:cubicBezTo>
                  <a:pt x="14" y="1137"/>
                  <a:pt x="159" y="1271"/>
                  <a:pt x="332" y="1264"/>
                </a:cubicBezTo>
                <a:cubicBezTo>
                  <a:pt x="474" y="1257"/>
                  <a:pt x="590" y="1157"/>
                  <a:pt x="622" y="1025"/>
                </a:cubicBezTo>
                <a:cubicBezTo>
                  <a:pt x="622" y="1025"/>
                  <a:pt x="622" y="1025"/>
                  <a:pt x="622" y="1025"/>
                </a:cubicBezTo>
                <a:cubicBezTo>
                  <a:pt x="624" y="1017"/>
                  <a:pt x="626" y="1009"/>
                  <a:pt x="627" y="1000"/>
                </a:cubicBezTo>
                <a:cubicBezTo>
                  <a:pt x="627" y="1000"/>
                  <a:pt x="627" y="1000"/>
                  <a:pt x="627" y="1000"/>
                </a:cubicBezTo>
                <a:cubicBezTo>
                  <a:pt x="627" y="1000"/>
                  <a:pt x="627" y="1000"/>
                  <a:pt x="627" y="1000"/>
                </a:cubicBezTo>
                <a:cubicBezTo>
                  <a:pt x="520" y="952"/>
                  <a:pt x="426" y="866"/>
                  <a:pt x="366" y="750"/>
                </a:cubicBezTo>
                <a:cubicBezTo>
                  <a:pt x="331" y="683"/>
                  <a:pt x="322" y="638"/>
                  <a:pt x="322" y="637"/>
                </a:cubicBezTo>
                <a:cubicBezTo>
                  <a:pt x="261" y="413"/>
                  <a:pt x="344" y="180"/>
                  <a:pt x="541" y="73"/>
                </a:cubicBezTo>
                <a:cubicBezTo>
                  <a:pt x="545" y="137"/>
                  <a:pt x="545" y="137"/>
                  <a:pt x="545" y="137"/>
                </a:cubicBezTo>
                <a:lnTo>
                  <a:pt x="672" y="0"/>
                </a:lnTo>
                <a:close/>
              </a:path>
            </a:pathLst>
          </a:custGeom>
          <a:solidFill>
            <a:schemeClr val="accent2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137160" tIns="68580" rIns="137160" bIns="6858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338294" y="4033805"/>
            <a:ext cx="2459899" cy="1304033"/>
          </a:xfrm>
          <a:custGeom>
            <a:avLst/>
            <a:gdLst>
              <a:gd name="T0" fmla="*/ 0 w 1270"/>
              <a:gd name="T1" fmla="*/ 0 h 673"/>
              <a:gd name="T2" fmla="*/ 23 w 1270"/>
              <a:gd name="T3" fmla="*/ 185 h 673"/>
              <a:gd name="T4" fmla="*/ 62 w 1270"/>
              <a:gd name="T5" fmla="*/ 136 h 673"/>
              <a:gd name="T6" fmla="*/ 73 w 1270"/>
              <a:gd name="T7" fmla="*/ 161 h 673"/>
              <a:gd name="T8" fmla="*/ 642 w 1270"/>
              <a:gd name="T9" fmla="*/ 398 h 673"/>
              <a:gd name="T10" fmla="*/ 964 w 1270"/>
              <a:gd name="T11" fmla="*/ 666 h 673"/>
              <a:gd name="T12" fmla="*/ 1263 w 1270"/>
              <a:gd name="T13" fmla="*/ 341 h 673"/>
              <a:gd name="T14" fmla="*/ 1025 w 1270"/>
              <a:gd name="T15" fmla="*/ 51 h 673"/>
              <a:gd name="T16" fmla="*/ 1025 w 1270"/>
              <a:gd name="T17" fmla="*/ 51 h 673"/>
              <a:gd name="T18" fmla="*/ 1000 w 1270"/>
              <a:gd name="T19" fmla="*/ 46 h 673"/>
              <a:gd name="T20" fmla="*/ 1000 w 1270"/>
              <a:gd name="T21" fmla="*/ 46 h 673"/>
              <a:gd name="T22" fmla="*/ 999 w 1270"/>
              <a:gd name="T23" fmla="*/ 46 h 673"/>
              <a:gd name="T24" fmla="*/ 750 w 1270"/>
              <a:gd name="T25" fmla="*/ 306 h 673"/>
              <a:gd name="T26" fmla="*/ 636 w 1270"/>
              <a:gd name="T27" fmla="*/ 351 h 673"/>
              <a:gd name="T28" fmla="*/ 72 w 1270"/>
              <a:gd name="T29" fmla="*/ 131 h 673"/>
              <a:gd name="T30" fmla="*/ 136 w 1270"/>
              <a:gd name="T31" fmla="*/ 127 h 673"/>
              <a:gd name="T32" fmla="*/ 0 w 1270"/>
              <a:gd name="T33" fmla="*/ 0 h 673"/>
            </a:gdLst>
            <a:ahLst/>
            <a:cxnLst/>
            <a:rect l="0" t="0" r="r" b="b"/>
            <a:pathLst>
              <a:path w="1270" h="673">
                <a:moveTo>
                  <a:pt x="0" y="0"/>
                </a:moveTo>
                <a:cubicBezTo>
                  <a:pt x="23" y="185"/>
                  <a:pt x="23" y="185"/>
                  <a:pt x="23" y="185"/>
                </a:cubicBezTo>
                <a:cubicBezTo>
                  <a:pt x="62" y="136"/>
                  <a:pt x="62" y="136"/>
                  <a:pt x="62" y="136"/>
                </a:cubicBezTo>
                <a:cubicBezTo>
                  <a:pt x="66" y="147"/>
                  <a:pt x="67" y="150"/>
                  <a:pt x="73" y="161"/>
                </a:cubicBezTo>
                <a:cubicBezTo>
                  <a:pt x="177" y="363"/>
                  <a:pt x="416" y="456"/>
                  <a:pt x="642" y="398"/>
                </a:cubicBezTo>
                <a:cubicBezTo>
                  <a:pt x="664" y="555"/>
                  <a:pt x="802" y="673"/>
                  <a:pt x="964" y="666"/>
                </a:cubicBezTo>
                <a:cubicBezTo>
                  <a:pt x="1136" y="659"/>
                  <a:pt x="1270" y="514"/>
                  <a:pt x="1263" y="341"/>
                </a:cubicBezTo>
                <a:cubicBezTo>
                  <a:pt x="1257" y="199"/>
                  <a:pt x="1157" y="83"/>
                  <a:pt x="1025" y="51"/>
                </a:cubicBezTo>
                <a:cubicBezTo>
                  <a:pt x="1025" y="51"/>
                  <a:pt x="1025" y="51"/>
                  <a:pt x="1025" y="51"/>
                </a:cubicBezTo>
                <a:cubicBezTo>
                  <a:pt x="1017" y="49"/>
                  <a:pt x="1009" y="47"/>
                  <a:pt x="1000" y="46"/>
                </a:cubicBezTo>
                <a:cubicBezTo>
                  <a:pt x="1000" y="46"/>
                  <a:pt x="1000" y="46"/>
                  <a:pt x="1000" y="46"/>
                </a:cubicBezTo>
                <a:cubicBezTo>
                  <a:pt x="1000" y="46"/>
                  <a:pt x="1000" y="46"/>
                  <a:pt x="999" y="46"/>
                </a:cubicBezTo>
                <a:cubicBezTo>
                  <a:pt x="952" y="153"/>
                  <a:pt x="866" y="247"/>
                  <a:pt x="750" y="306"/>
                </a:cubicBezTo>
                <a:cubicBezTo>
                  <a:pt x="683" y="341"/>
                  <a:pt x="637" y="351"/>
                  <a:pt x="636" y="351"/>
                </a:cubicBezTo>
                <a:cubicBezTo>
                  <a:pt x="412" y="411"/>
                  <a:pt x="180" y="328"/>
                  <a:pt x="72" y="131"/>
                </a:cubicBezTo>
                <a:cubicBezTo>
                  <a:pt x="136" y="127"/>
                  <a:pt x="136" y="127"/>
                  <a:pt x="136" y="12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137160" tIns="68580" rIns="137160" bIns="6858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415574" y="2110091"/>
            <a:ext cx="1365429" cy="2419788"/>
          </a:xfrm>
          <a:custGeom>
            <a:avLst/>
            <a:gdLst>
              <a:gd name="T0" fmla="*/ 0 w 705"/>
              <a:gd name="T1" fmla="*/ 1249 h 1249"/>
              <a:gd name="T2" fmla="*/ 186 w 705"/>
              <a:gd name="T3" fmla="*/ 1234 h 1249"/>
              <a:gd name="T4" fmla="*/ 138 w 705"/>
              <a:gd name="T5" fmla="*/ 1193 h 1249"/>
              <a:gd name="T6" fmla="*/ 163 w 705"/>
              <a:gd name="T7" fmla="*/ 1182 h 1249"/>
              <a:gd name="T8" fmla="*/ 423 w 705"/>
              <a:gd name="T9" fmla="*/ 623 h 1249"/>
              <a:gd name="T10" fmla="*/ 704 w 705"/>
              <a:gd name="T11" fmla="*/ 312 h 1249"/>
              <a:gd name="T12" fmla="*/ 392 w 705"/>
              <a:gd name="T13" fmla="*/ 1 h 1249"/>
              <a:gd name="T14" fmla="*/ 92 w 705"/>
              <a:gd name="T15" fmla="*/ 227 h 1249"/>
              <a:gd name="T16" fmla="*/ 92 w 705"/>
              <a:gd name="T17" fmla="*/ 227 h 1249"/>
              <a:gd name="T18" fmla="*/ 86 w 705"/>
              <a:gd name="T19" fmla="*/ 251 h 1249"/>
              <a:gd name="T20" fmla="*/ 86 w 705"/>
              <a:gd name="T21" fmla="*/ 251 h 1249"/>
              <a:gd name="T22" fmla="*/ 86 w 705"/>
              <a:gd name="T23" fmla="*/ 252 h 1249"/>
              <a:gd name="T24" fmla="*/ 336 w 705"/>
              <a:gd name="T25" fmla="*/ 512 h 1249"/>
              <a:gd name="T26" fmla="*/ 376 w 705"/>
              <a:gd name="T27" fmla="*/ 627 h 1249"/>
              <a:gd name="T28" fmla="*/ 134 w 705"/>
              <a:gd name="T29" fmla="*/ 1182 h 1249"/>
              <a:gd name="T30" fmla="*/ 133 w 705"/>
              <a:gd name="T31" fmla="*/ 1118 h 1249"/>
              <a:gd name="T32" fmla="*/ 0 w 705"/>
              <a:gd name="T33" fmla="*/ 1249 h 1249"/>
            </a:gdLst>
            <a:ahLst/>
            <a:cxnLst/>
            <a:rect l="0" t="0" r="r" b="b"/>
            <a:pathLst>
              <a:path w="705" h="1249">
                <a:moveTo>
                  <a:pt x="0" y="1249"/>
                </a:moveTo>
                <a:cubicBezTo>
                  <a:pt x="186" y="1234"/>
                  <a:pt x="186" y="1234"/>
                  <a:pt x="186" y="1234"/>
                </a:cubicBezTo>
                <a:cubicBezTo>
                  <a:pt x="138" y="1193"/>
                  <a:pt x="138" y="1193"/>
                  <a:pt x="138" y="1193"/>
                </a:cubicBezTo>
                <a:cubicBezTo>
                  <a:pt x="149" y="1188"/>
                  <a:pt x="152" y="1188"/>
                  <a:pt x="163" y="1182"/>
                </a:cubicBezTo>
                <a:cubicBezTo>
                  <a:pt x="370" y="1087"/>
                  <a:pt x="472" y="852"/>
                  <a:pt x="423" y="623"/>
                </a:cubicBezTo>
                <a:cubicBezTo>
                  <a:pt x="581" y="608"/>
                  <a:pt x="705" y="474"/>
                  <a:pt x="704" y="312"/>
                </a:cubicBezTo>
                <a:cubicBezTo>
                  <a:pt x="704" y="140"/>
                  <a:pt x="564" y="0"/>
                  <a:pt x="392" y="1"/>
                </a:cubicBezTo>
                <a:cubicBezTo>
                  <a:pt x="249" y="1"/>
                  <a:pt x="129" y="96"/>
                  <a:pt x="92" y="227"/>
                </a:cubicBezTo>
                <a:cubicBezTo>
                  <a:pt x="92" y="227"/>
                  <a:pt x="92" y="227"/>
                  <a:pt x="92" y="227"/>
                </a:cubicBezTo>
                <a:cubicBezTo>
                  <a:pt x="90" y="235"/>
                  <a:pt x="88" y="243"/>
                  <a:pt x="86" y="251"/>
                </a:cubicBezTo>
                <a:cubicBezTo>
                  <a:pt x="86" y="251"/>
                  <a:pt x="86" y="251"/>
                  <a:pt x="86" y="251"/>
                </a:cubicBezTo>
                <a:cubicBezTo>
                  <a:pt x="86" y="252"/>
                  <a:pt x="86" y="252"/>
                  <a:pt x="86" y="252"/>
                </a:cubicBezTo>
                <a:cubicBezTo>
                  <a:pt x="191" y="304"/>
                  <a:pt x="281" y="394"/>
                  <a:pt x="336" y="512"/>
                </a:cubicBezTo>
                <a:cubicBezTo>
                  <a:pt x="368" y="580"/>
                  <a:pt x="376" y="626"/>
                  <a:pt x="376" y="627"/>
                </a:cubicBezTo>
                <a:cubicBezTo>
                  <a:pt x="427" y="854"/>
                  <a:pt x="335" y="1083"/>
                  <a:pt x="134" y="1182"/>
                </a:cubicBezTo>
                <a:cubicBezTo>
                  <a:pt x="133" y="1118"/>
                  <a:pt x="133" y="1118"/>
                  <a:pt x="133" y="1118"/>
                </a:cubicBezTo>
                <a:lnTo>
                  <a:pt x="0" y="1249"/>
                </a:lnTo>
                <a:close/>
              </a:path>
            </a:pathLst>
          </a:custGeom>
          <a:solidFill>
            <a:schemeClr val="accent2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137160" tIns="68580" rIns="137160" bIns="6858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530333" y="2087170"/>
            <a:ext cx="2417333" cy="1367884"/>
          </a:xfrm>
          <a:custGeom>
            <a:avLst/>
            <a:gdLst>
              <a:gd name="T0" fmla="*/ 1248 w 1248"/>
              <a:gd name="T1" fmla="*/ 706 h 706"/>
              <a:gd name="T2" fmla="*/ 1233 w 1248"/>
              <a:gd name="T3" fmla="*/ 520 h 706"/>
              <a:gd name="T4" fmla="*/ 1192 w 1248"/>
              <a:gd name="T5" fmla="*/ 567 h 706"/>
              <a:gd name="T6" fmla="*/ 1182 w 1248"/>
              <a:gd name="T7" fmla="*/ 542 h 706"/>
              <a:gd name="T8" fmla="*/ 623 w 1248"/>
              <a:gd name="T9" fmla="*/ 282 h 706"/>
              <a:gd name="T10" fmla="*/ 312 w 1248"/>
              <a:gd name="T11" fmla="*/ 0 h 706"/>
              <a:gd name="T12" fmla="*/ 0 w 1248"/>
              <a:gd name="T13" fmla="*/ 313 h 706"/>
              <a:gd name="T14" fmla="*/ 226 w 1248"/>
              <a:gd name="T15" fmla="*/ 613 h 706"/>
              <a:gd name="T16" fmla="*/ 226 w 1248"/>
              <a:gd name="T17" fmla="*/ 613 h 706"/>
              <a:gd name="T18" fmla="*/ 250 w 1248"/>
              <a:gd name="T19" fmla="*/ 619 h 706"/>
              <a:gd name="T20" fmla="*/ 251 w 1248"/>
              <a:gd name="T21" fmla="*/ 619 h 706"/>
              <a:gd name="T22" fmla="*/ 251 w 1248"/>
              <a:gd name="T23" fmla="*/ 619 h 706"/>
              <a:gd name="T24" fmla="*/ 511 w 1248"/>
              <a:gd name="T25" fmla="*/ 369 h 706"/>
              <a:gd name="T26" fmla="*/ 627 w 1248"/>
              <a:gd name="T27" fmla="*/ 329 h 706"/>
              <a:gd name="T28" fmla="*/ 1181 w 1248"/>
              <a:gd name="T29" fmla="*/ 572 h 706"/>
              <a:gd name="T30" fmla="*/ 1117 w 1248"/>
              <a:gd name="T31" fmla="*/ 573 h 706"/>
              <a:gd name="T32" fmla="*/ 1248 w 1248"/>
              <a:gd name="T33" fmla="*/ 706 h 706"/>
            </a:gdLst>
            <a:ahLst/>
            <a:cxnLst/>
            <a:rect l="0" t="0" r="r" b="b"/>
            <a:pathLst>
              <a:path w="1248" h="706">
                <a:moveTo>
                  <a:pt x="1248" y="706"/>
                </a:moveTo>
                <a:cubicBezTo>
                  <a:pt x="1233" y="520"/>
                  <a:pt x="1233" y="520"/>
                  <a:pt x="1233" y="520"/>
                </a:cubicBezTo>
                <a:cubicBezTo>
                  <a:pt x="1192" y="567"/>
                  <a:pt x="1192" y="567"/>
                  <a:pt x="1192" y="567"/>
                </a:cubicBezTo>
                <a:cubicBezTo>
                  <a:pt x="1188" y="556"/>
                  <a:pt x="1187" y="553"/>
                  <a:pt x="1182" y="542"/>
                </a:cubicBezTo>
                <a:cubicBezTo>
                  <a:pt x="1086" y="336"/>
                  <a:pt x="851" y="233"/>
                  <a:pt x="623" y="282"/>
                </a:cubicBezTo>
                <a:cubicBezTo>
                  <a:pt x="607" y="124"/>
                  <a:pt x="474" y="0"/>
                  <a:pt x="312" y="0"/>
                </a:cubicBezTo>
                <a:cubicBezTo>
                  <a:pt x="140" y="0"/>
                  <a:pt x="0" y="140"/>
                  <a:pt x="0" y="313"/>
                </a:cubicBezTo>
                <a:cubicBezTo>
                  <a:pt x="0" y="455"/>
                  <a:pt x="96" y="575"/>
                  <a:pt x="226" y="613"/>
                </a:cubicBezTo>
                <a:cubicBezTo>
                  <a:pt x="226" y="613"/>
                  <a:pt x="226" y="613"/>
                  <a:pt x="226" y="613"/>
                </a:cubicBezTo>
                <a:cubicBezTo>
                  <a:pt x="234" y="615"/>
                  <a:pt x="242" y="617"/>
                  <a:pt x="250" y="619"/>
                </a:cubicBezTo>
                <a:cubicBezTo>
                  <a:pt x="250" y="619"/>
                  <a:pt x="251" y="619"/>
                  <a:pt x="251" y="619"/>
                </a:cubicBezTo>
                <a:cubicBezTo>
                  <a:pt x="251" y="619"/>
                  <a:pt x="251" y="619"/>
                  <a:pt x="251" y="619"/>
                </a:cubicBezTo>
                <a:cubicBezTo>
                  <a:pt x="303" y="514"/>
                  <a:pt x="393" y="424"/>
                  <a:pt x="511" y="369"/>
                </a:cubicBezTo>
                <a:cubicBezTo>
                  <a:pt x="580" y="337"/>
                  <a:pt x="626" y="329"/>
                  <a:pt x="627" y="329"/>
                </a:cubicBezTo>
                <a:cubicBezTo>
                  <a:pt x="853" y="278"/>
                  <a:pt x="1082" y="371"/>
                  <a:pt x="1181" y="572"/>
                </a:cubicBezTo>
                <a:cubicBezTo>
                  <a:pt x="1117" y="573"/>
                  <a:pt x="1117" y="573"/>
                  <a:pt x="1117" y="573"/>
                </a:cubicBezTo>
                <a:lnTo>
                  <a:pt x="1248" y="706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137160" tIns="68580" rIns="137160" bIns="6858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057910" y="4653601"/>
            <a:ext cx="393030" cy="363580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842115" y="2400100"/>
            <a:ext cx="393400" cy="393400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842115" y="4624922"/>
            <a:ext cx="393399" cy="380707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057724" y="2424592"/>
            <a:ext cx="393400" cy="344416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457112" y="3038410"/>
            <a:ext cx="1408573" cy="1410401"/>
          </a:xfrm>
          <a:prstGeom prst="ellipse">
            <a:avLst/>
          </a:prstGeom>
          <a:solidFill>
            <a:schemeClr val="bg1">
              <a:lumMod val="95000"/>
            </a:schemeClr>
          </a:solidFill>
          <a:ln cap="sq">
            <a:noFill/>
            <a:prstDash val="solid"/>
            <a:round/>
            <a:headEnd/>
            <a:tailEnd/>
          </a:ln>
        </p:spPr>
        <p:txBody>
          <a:bodyPr vert="horz" wrap="square" lIns="137160" tIns="68580" rIns="137160" bIns="6858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480568" y="1897276"/>
            <a:ext cx="2634232" cy="385921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词法分析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480568" y="2395321"/>
            <a:ext cx="2640987" cy="12292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关键字识别、标识符处理、注释格式处理、错误检测。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493268" y="3891176"/>
            <a:ext cx="2634232" cy="385921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语法分析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493268" y="4389221"/>
            <a:ext cx="2640987" cy="12292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LALR(1)分析、AST 构建、语法错误恢复。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059168" y="4389221"/>
            <a:ext cx="2640987" cy="12292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 代码生成已实现，预留 LLVM IR 和 RISC- V 接口。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8059168" y="3891176"/>
            <a:ext cx="2634232" cy="385921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代码生成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8059168" y="2369921"/>
            <a:ext cx="2640987" cy="12292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类型检查、作用域管理、符号表管理。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8059168" y="1871876"/>
            <a:ext cx="2634232" cy="385921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语义分析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核心功能实现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 flipH="1">
            <a:off x="0" y="6096"/>
            <a:ext cx="12192000" cy="684580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flipH="1">
            <a:off x="4733272" y="1228697"/>
            <a:ext cx="7449403" cy="4851545"/>
          </a:xfrm>
          <a:custGeom>
            <a:avLst/>
            <a:gdLst>
              <a:gd name="connsiteX0" fmla="*/ 0 w 7509000"/>
              <a:gd name="connsiteY0" fmla="*/ 0 h 4594482"/>
              <a:gd name="connsiteX1" fmla="*/ 5329653 w 7509000"/>
              <a:gd name="connsiteY1" fmla="*/ 0 h 4594482"/>
              <a:gd name="connsiteX2" fmla="*/ 7509000 w 7509000"/>
              <a:gd name="connsiteY2" fmla="*/ 2297241 h 4594482"/>
              <a:gd name="connsiteX3" fmla="*/ 5329653 w 7509000"/>
              <a:gd name="connsiteY3" fmla="*/ 4594482 h 4594482"/>
              <a:gd name="connsiteX4" fmla="*/ 0 w 7509000"/>
              <a:gd name="connsiteY4" fmla="*/ 4594482 h 4594482"/>
            </a:gdLst>
            <a:ahLst/>
            <a:cxnLst/>
            <a:rect l="l" t="t" r="r" b="b"/>
            <a:pathLst>
              <a:path w="7509000" h="4594482">
                <a:moveTo>
                  <a:pt x="0" y="0"/>
                </a:moveTo>
                <a:lnTo>
                  <a:pt x="5329653" y="0"/>
                </a:lnTo>
                <a:cubicBezTo>
                  <a:pt x="6533273" y="0"/>
                  <a:pt x="7509000" y="1028510"/>
                  <a:pt x="7509000" y="2297241"/>
                </a:cubicBezTo>
                <a:cubicBezTo>
                  <a:pt x="7509000" y="3565972"/>
                  <a:pt x="6533273" y="4594482"/>
                  <a:pt x="5329653" y="4594482"/>
                </a:cubicBezTo>
                <a:lnTo>
                  <a:pt x="0" y="4594482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>
            <a:outerShdw blurRad="203200" dist="101600" sx="98000" sy="98000" algn="t" rotWithShape="0">
              <a:schemeClr val="accent1">
                <a:lumMod val="75000"/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>
            <a:off x="5007359" y="1391548"/>
            <a:ext cx="7184641" cy="4507622"/>
          </a:xfrm>
          <a:custGeom>
            <a:avLst/>
            <a:gdLst>
              <a:gd name="connsiteX0" fmla="*/ 0 w 7992153"/>
              <a:gd name="connsiteY0" fmla="*/ 0 h 4469120"/>
              <a:gd name="connsiteX1" fmla="*/ 5757593 w 7992153"/>
              <a:gd name="connsiteY1" fmla="*/ 0 h 4469120"/>
              <a:gd name="connsiteX2" fmla="*/ 7992153 w 7992153"/>
              <a:gd name="connsiteY2" fmla="*/ 2234560 h 4469120"/>
              <a:gd name="connsiteX3" fmla="*/ 5757593 w 7992153"/>
              <a:gd name="connsiteY3" fmla="*/ 4469120 h 4469120"/>
              <a:gd name="connsiteX4" fmla="*/ 0 w 7992153"/>
              <a:gd name="connsiteY4" fmla="*/ 4469120 h 4469120"/>
            </a:gdLst>
            <a:ahLst/>
            <a:cxnLst/>
            <a:rect l="l" t="t" r="r" b="b"/>
            <a:pathLst>
              <a:path w="7992153" h="4469120">
                <a:moveTo>
                  <a:pt x="0" y="0"/>
                </a:moveTo>
                <a:lnTo>
                  <a:pt x="5757593" y="0"/>
                </a:lnTo>
                <a:cubicBezTo>
                  <a:pt x="6991706" y="0"/>
                  <a:pt x="7992153" y="1000447"/>
                  <a:pt x="7992153" y="2234560"/>
                </a:cubicBezTo>
                <a:cubicBezTo>
                  <a:pt x="7992153" y="3468673"/>
                  <a:pt x="6991706" y="4469120"/>
                  <a:pt x="5757593" y="4469120"/>
                </a:cubicBezTo>
                <a:lnTo>
                  <a:pt x="0" y="446912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52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miter/>
          </a:ln>
          <a:effectLst>
            <a:outerShdw blurRad="241300" dist="152400" dir="2699999" algn="tl" rotWithShape="0">
              <a:schemeClr val="accent1">
                <a:alpha val="23000"/>
              </a:schemeClr>
            </a:outerShdw>
          </a:effectLst>
        </p:spPr>
        <p:txBody>
          <a:bodyPr vert="horz" wrap="square" lIns="103113" tIns="51556" rIns="103113" bIns="5155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220324" y="3463756"/>
            <a:ext cx="5329557" cy="17205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人员分工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6200000" flipH="1">
            <a:off x="11424580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6200000" flipH="1">
            <a:off x="11295293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16200000" flipH="1">
            <a:off x="11166006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16200000" flipH="1">
            <a:off x="11023148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flipH="1">
            <a:off x="6827558" y="5357044"/>
            <a:ext cx="4140000" cy="1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0" y="1"/>
            <a:ext cx="6096000" cy="4584909"/>
          </a:xfrm>
          <a:custGeom>
            <a:avLst/>
            <a:gdLst>
              <a:gd name="connsiteX0" fmla="*/ 139608 w 6096000"/>
              <a:gd name="connsiteY0" fmla="*/ 0 h 4584909"/>
              <a:gd name="connsiteX1" fmla="*/ 6096000 w 6096000"/>
              <a:gd name="connsiteY1" fmla="*/ 0 h 4584909"/>
              <a:gd name="connsiteX2" fmla="*/ 6096000 w 6096000"/>
              <a:gd name="connsiteY2" fmla="*/ 3576543 h 4584909"/>
              <a:gd name="connsiteX3" fmla="*/ 5891214 w 6096000"/>
              <a:gd name="connsiteY3" fmla="*/ 3762666 h 4584909"/>
              <a:gd name="connsiteX4" fmla="*/ 3600782 w 6096000"/>
              <a:gd name="connsiteY4" fmla="*/ 4584909 h 4584909"/>
              <a:gd name="connsiteX5" fmla="*/ 0 w 6096000"/>
              <a:gd name="connsiteY5" fmla="*/ 984127 h 4584909"/>
              <a:gd name="connsiteX6" fmla="*/ 73156 w 6096000"/>
              <a:gd name="connsiteY6" fmla="*/ 258444 h 4584909"/>
            </a:gdLst>
            <a:ahLst/>
            <a:cxnLst/>
            <a:rect l="l" t="t" r="r" b="b"/>
            <a:pathLst>
              <a:path w="6096000" h="4584909">
                <a:moveTo>
                  <a:pt x="139608" y="0"/>
                </a:moveTo>
                <a:lnTo>
                  <a:pt x="6096000" y="0"/>
                </a:lnTo>
                <a:lnTo>
                  <a:pt x="6096000" y="3576543"/>
                </a:lnTo>
                <a:lnTo>
                  <a:pt x="5891214" y="3762666"/>
                </a:lnTo>
                <a:cubicBezTo>
                  <a:pt x="5268786" y="4276338"/>
                  <a:pt x="4470819" y="4584909"/>
                  <a:pt x="3600782" y="4584909"/>
                </a:cubicBezTo>
                <a:cubicBezTo>
                  <a:pt x="1612125" y="4584909"/>
                  <a:pt x="0" y="2972784"/>
                  <a:pt x="0" y="984127"/>
                </a:cubicBezTo>
                <a:cubicBezTo>
                  <a:pt x="0" y="735545"/>
                  <a:pt x="25190" y="492846"/>
                  <a:pt x="73156" y="258444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0" y="1"/>
            <a:ext cx="6096000" cy="4584909"/>
          </a:xfrm>
          <a:custGeom>
            <a:avLst/>
            <a:gdLst>
              <a:gd name="connsiteX0" fmla="*/ 139608 w 6096000"/>
              <a:gd name="connsiteY0" fmla="*/ 0 h 4584909"/>
              <a:gd name="connsiteX1" fmla="*/ 6096000 w 6096000"/>
              <a:gd name="connsiteY1" fmla="*/ 0 h 4584909"/>
              <a:gd name="connsiteX2" fmla="*/ 6096000 w 6096000"/>
              <a:gd name="connsiteY2" fmla="*/ 3576543 h 4584909"/>
              <a:gd name="connsiteX3" fmla="*/ 5891214 w 6096000"/>
              <a:gd name="connsiteY3" fmla="*/ 3762666 h 4584909"/>
              <a:gd name="connsiteX4" fmla="*/ 3600782 w 6096000"/>
              <a:gd name="connsiteY4" fmla="*/ 4584909 h 4584909"/>
              <a:gd name="connsiteX5" fmla="*/ 0 w 6096000"/>
              <a:gd name="connsiteY5" fmla="*/ 984127 h 4584909"/>
              <a:gd name="connsiteX6" fmla="*/ 73156 w 6096000"/>
              <a:gd name="connsiteY6" fmla="*/ 258444 h 4584909"/>
            </a:gdLst>
            <a:ahLst/>
            <a:cxnLst/>
            <a:rect l="l" t="t" r="r" b="b"/>
            <a:pathLst>
              <a:path w="6096000" h="4584909">
                <a:moveTo>
                  <a:pt x="139608" y="0"/>
                </a:moveTo>
                <a:lnTo>
                  <a:pt x="6096000" y="0"/>
                </a:lnTo>
                <a:lnTo>
                  <a:pt x="6096000" y="3576543"/>
                </a:lnTo>
                <a:lnTo>
                  <a:pt x="5891214" y="3762666"/>
                </a:lnTo>
                <a:cubicBezTo>
                  <a:pt x="5268786" y="4276338"/>
                  <a:pt x="4470819" y="4584909"/>
                  <a:pt x="3600782" y="4584909"/>
                </a:cubicBezTo>
                <a:cubicBezTo>
                  <a:pt x="1612125" y="4584909"/>
                  <a:pt x="0" y="2972784"/>
                  <a:pt x="0" y="984127"/>
                </a:cubicBezTo>
                <a:cubicBezTo>
                  <a:pt x="0" y="735545"/>
                  <a:pt x="25190" y="492846"/>
                  <a:pt x="73156" y="2584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45000"/>
            </a:schemeClr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flipH="1">
            <a:off x="-1" y="1"/>
            <a:ext cx="5904835" cy="4393745"/>
          </a:xfrm>
          <a:custGeom>
            <a:avLst/>
            <a:gdLst>
              <a:gd name="connsiteX0" fmla="*/ 145630 w 5904835"/>
              <a:gd name="connsiteY0" fmla="*/ 0 h 4393745"/>
              <a:gd name="connsiteX1" fmla="*/ 5904835 w 5904835"/>
              <a:gd name="connsiteY1" fmla="*/ 0 h 4393745"/>
              <a:gd name="connsiteX2" fmla="*/ 5904835 w 5904835"/>
              <a:gd name="connsiteY2" fmla="*/ 3302388 h 4393745"/>
              <a:gd name="connsiteX3" fmla="*/ 5820581 w 5904835"/>
              <a:gd name="connsiteY3" fmla="*/ 3395091 h 4393745"/>
              <a:gd name="connsiteX4" fmla="*/ 3409617 w 5904835"/>
              <a:gd name="connsiteY4" fmla="*/ 4393745 h 4393745"/>
              <a:gd name="connsiteX5" fmla="*/ 0 w 5904835"/>
              <a:gd name="connsiteY5" fmla="*/ 984127 h 4393745"/>
              <a:gd name="connsiteX6" fmla="*/ 69271 w 5904835"/>
              <a:gd name="connsiteY6" fmla="*/ 296970 h 4393745"/>
            </a:gdLst>
            <a:ahLst/>
            <a:cxnLst/>
            <a:rect l="l" t="t" r="r" b="b"/>
            <a:pathLst>
              <a:path w="5904835" h="4393745">
                <a:moveTo>
                  <a:pt x="145630" y="0"/>
                </a:moveTo>
                <a:lnTo>
                  <a:pt x="5904835" y="0"/>
                </a:lnTo>
                <a:lnTo>
                  <a:pt x="5904835" y="3302388"/>
                </a:lnTo>
                <a:lnTo>
                  <a:pt x="5820581" y="3395091"/>
                </a:lnTo>
                <a:cubicBezTo>
                  <a:pt x="5203561" y="4012111"/>
                  <a:pt x="4351157" y="4393745"/>
                  <a:pt x="3409617" y="4393745"/>
                </a:cubicBezTo>
                <a:cubicBezTo>
                  <a:pt x="1526537" y="4393745"/>
                  <a:pt x="0" y="2867207"/>
                  <a:pt x="0" y="984127"/>
                </a:cubicBezTo>
                <a:cubicBezTo>
                  <a:pt x="0" y="748742"/>
                  <a:pt x="23852" y="518928"/>
                  <a:pt x="69271" y="29697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alphaModFix/>
          </a:blip>
          <a:srcRect t="1561" b="1561"/>
          <a:stretch>
            <a:fillRect/>
          </a:stretch>
        </p:blipFill>
        <p:spPr>
          <a:xfrm flipH="1">
            <a:off x="0" y="2"/>
            <a:ext cx="5591174" cy="4080083"/>
          </a:xfrm>
          <a:custGeom>
            <a:avLst/>
            <a:gdLst>
              <a:gd name="connsiteX0" fmla="*/ 162424 w 5591174"/>
              <a:gd name="connsiteY0" fmla="*/ 0 h 4080083"/>
              <a:gd name="connsiteX1" fmla="*/ 5591174 w 5591174"/>
              <a:gd name="connsiteY1" fmla="*/ 0 h 4080083"/>
              <a:gd name="connsiteX2" fmla="*/ 5591174 w 5591174"/>
              <a:gd name="connsiteY2" fmla="*/ 2811386 h 4080083"/>
              <a:gd name="connsiteX3" fmla="*/ 5484946 w 5591174"/>
              <a:gd name="connsiteY3" fmla="*/ 2953443 h 4080083"/>
              <a:gd name="connsiteX4" fmla="*/ 3095956 w 5591174"/>
              <a:gd name="connsiteY4" fmla="*/ 4080083 h 4080083"/>
              <a:gd name="connsiteX5" fmla="*/ 0 w 5591174"/>
              <a:gd name="connsiteY5" fmla="*/ 984127 h 4080083"/>
              <a:gd name="connsiteX6" fmla="*/ 139188 w 5591174"/>
              <a:gd name="connsiteY6" fmla="*/ 63485 h 4080083"/>
            </a:gdLst>
            <a:ahLst/>
            <a:cxnLst/>
            <a:rect l="l" t="t" r="r" b="b"/>
            <a:pathLst>
              <a:path w="5591174" h="4080083">
                <a:moveTo>
                  <a:pt x="162424" y="0"/>
                </a:moveTo>
                <a:lnTo>
                  <a:pt x="5591174" y="0"/>
                </a:lnTo>
                <a:lnTo>
                  <a:pt x="5591174" y="2811386"/>
                </a:lnTo>
                <a:lnTo>
                  <a:pt x="5484946" y="2953443"/>
                </a:lnTo>
                <a:cubicBezTo>
                  <a:pt x="4917102" y="3641510"/>
                  <a:pt x="4057746" y="4080083"/>
                  <a:pt x="3095956" y="4080083"/>
                </a:cubicBezTo>
                <a:cubicBezTo>
                  <a:pt x="1386107" y="4080083"/>
                  <a:pt x="0" y="2693976"/>
                  <a:pt x="0" y="984127"/>
                </a:cubicBezTo>
                <a:cubicBezTo>
                  <a:pt x="0" y="663531"/>
                  <a:pt x="48731" y="354315"/>
                  <a:pt x="139188" y="6348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6" name="标题 1"/>
          <p:cNvSpPr txBox="1"/>
          <p:nvPr/>
        </p:nvSpPr>
        <p:spPr>
          <a:xfrm flipH="1">
            <a:off x="0" y="3432630"/>
            <a:ext cx="3421288" cy="3425371"/>
          </a:xfrm>
          <a:custGeom>
            <a:avLst/>
            <a:gdLst>
              <a:gd name="connsiteX0" fmla="*/ 2486355 w 3421288"/>
              <a:gd name="connsiteY0" fmla="*/ 0 h 3425371"/>
              <a:gd name="connsiteX1" fmla="*/ 3225721 w 3421288"/>
              <a:gd name="connsiteY1" fmla="*/ 111782 h 3425371"/>
              <a:gd name="connsiteX2" fmla="*/ 3421288 w 3421288"/>
              <a:gd name="connsiteY2" fmla="*/ 183360 h 3425371"/>
              <a:gd name="connsiteX3" fmla="*/ 3421288 w 3421288"/>
              <a:gd name="connsiteY3" fmla="*/ 3425371 h 3425371"/>
              <a:gd name="connsiteX4" fmla="*/ 184854 w 3421288"/>
              <a:gd name="connsiteY4" fmla="*/ 3425371 h 3425371"/>
              <a:gd name="connsiteX5" fmla="*/ 111781 w 3421288"/>
              <a:gd name="connsiteY5" fmla="*/ 3225721 h 3425371"/>
              <a:gd name="connsiteX6" fmla="*/ 0 w 3421288"/>
              <a:gd name="connsiteY6" fmla="*/ 2486355 h 3425371"/>
              <a:gd name="connsiteX7" fmla="*/ 2486355 w 3421288"/>
              <a:gd name="connsiteY7" fmla="*/ 0 h 3425371"/>
            </a:gdLst>
            <a:ahLst/>
            <a:cxnLst/>
            <a:rect l="l" t="t" r="r" b="b"/>
            <a:pathLst>
              <a:path w="3421288" h="3425371">
                <a:moveTo>
                  <a:pt x="2486355" y="0"/>
                </a:moveTo>
                <a:cubicBezTo>
                  <a:pt x="2743826" y="0"/>
                  <a:pt x="2992156" y="39135"/>
                  <a:pt x="3225721" y="111782"/>
                </a:cubicBezTo>
                <a:lnTo>
                  <a:pt x="3421288" y="183360"/>
                </a:lnTo>
                <a:lnTo>
                  <a:pt x="3421288" y="3425371"/>
                </a:lnTo>
                <a:lnTo>
                  <a:pt x="184854" y="3425371"/>
                </a:lnTo>
                <a:lnTo>
                  <a:pt x="111781" y="3225721"/>
                </a:lnTo>
                <a:cubicBezTo>
                  <a:pt x="39135" y="2992156"/>
                  <a:pt x="0" y="2743826"/>
                  <a:pt x="0" y="2486355"/>
                </a:cubicBezTo>
                <a:cubicBezTo>
                  <a:pt x="0" y="1113179"/>
                  <a:pt x="1113179" y="0"/>
                  <a:pt x="2486355" y="0"/>
                </a:cubicBezTo>
                <a:close/>
              </a:path>
            </a:pathLst>
          </a:custGeom>
          <a:solidFill>
            <a:schemeClr val="accent2"/>
          </a:solidFill>
          <a:ln w="38100" cap="sq">
            <a:solidFill>
              <a:schemeClr val="accent2">
                <a:lumMod val="60000"/>
                <a:lumOff val="40000"/>
              </a:schemeClr>
            </a:solidFill>
            <a:miter/>
          </a:ln>
          <a:effectLst>
            <a:outerShdw blurRad="1905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flipH="1">
            <a:off x="0" y="3585030"/>
            <a:ext cx="3268888" cy="3272971"/>
          </a:xfrm>
          <a:custGeom>
            <a:avLst/>
            <a:gdLst>
              <a:gd name="connsiteX0" fmla="*/ 2333955 w 3268888"/>
              <a:gd name="connsiteY0" fmla="*/ 0 h 3272971"/>
              <a:gd name="connsiteX1" fmla="*/ 3242436 w 3268888"/>
              <a:gd name="connsiteY1" fmla="*/ 183414 h 3272971"/>
              <a:gd name="connsiteX2" fmla="*/ 3268888 w 3268888"/>
              <a:gd name="connsiteY2" fmla="*/ 196157 h 3272971"/>
              <a:gd name="connsiteX3" fmla="*/ 3268888 w 3268888"/>
              <a:gd name="connsiteY3" fmla="*/ 728720 h 3272971"/>
              <a:gd name="connsiteX4" fmla="*/ 3220174 w 3268888"/>
              <a:gd name="connsiteY4" fmla="*/ 699125 h 3272971"/>
              <a:gd name="connsiteX5" fmla="*/ 2333955 w 3268888"/>
              <a:gd name="connsiteY5" fmla="*/ 474726 h 3272971"/>
              <a:gd name="connsiteX6" fmla="*/ 474726 w 3268888"/>
              <a:gd name="connsiteY6" fmla="*/ 2333955 h 3272971"/>
              <a:gd name="connsiteX7" fmla="*/ 699125 w 3268888"/>
              <a:gd name="connsiteY7" fmla="*/ 3220174 h 3272971"/>
              <a:gd name="connsiteX8" fmla="*/ 731200 w 3268888"/>
              <a:gd name="connsiteY8" fmla="*/ 3272971 h 3272971"/>
              <a:gd name="connsiteX9" fmla="*/ 198123 w 3268888"/>
              <a:gd name="connsiteY9" fmla="*/ 3272971 h 3272971"/>
              <a:gd name="connsiteX10" fmla="*/ 183414 w 3268888"/>
              <a:gd name="connsiteY10" fmla="*/ 3242436 h 3272971"/>
              <a:gd name="connsiteX11" fmla="*/ 0 w 3268888"/>
              <a:gd name="connsiteY11" fmla="*/ 2333955 h 3272971"/>
              <a:gd name="connsiteX12" fmla="*/ 2333955 w 3268888"/>
              <a:gd name="connsiteY12" fmla="*/ 0 h 3272971"/>
            </a:gdLst>
            <a:ahLst/>
            <a:cxnLst/>
            <a:rect l="l" t="t" r="r" b="b"/>
            <a:pathLst>
              <a:path w="3268888" h="3272971">
                <a:moveTo>
                  <a:pt x="2333955" y="0"/>
                </a:moveTo>
                <a:cubicBezTo>
                  <a:pt x="2656207" y="0"/>
                  <a:pt x="2963205" y="65309"/>
                  <a:pt x="3242436" y="183414"/>
                </a:cubicBezTo>
                <a:lnTo>
                  <a:pt x="3268888" y="196157"/>
                </a:lnTo>
                <a:lnTo>
                  <a:pt x="3268888" y="728720"/>
                </a:lnTo>
                <a:lnTo>
                  <a:pt x="3220174" y="699125"/>
                </a:lnTo>
                <a:cubicBezTo>
                  <a:pt x="2956734" y="556016"/>
                  <a:pt x="2654838" y="474726"/>
                  <a:pt x="2333955" y="474726"/>
                </a:cubicBezTo>
                <a:cubicBezTo>
                  <a:pt x="1307131" y="474726"/>
                  <a:pt x="474726" y="1307131"/>
                  <a:pt x="474726" y="2333955"/>
                </a:cubicBezTo>
                <a:cubicBezTo>
                  <a:pt x="474726" y="2654838"/>
                  <a:pt x="556016" y="2956734"/>
                  <a:pt x="699125" y="3220174"/>
                </a:cubicBezTo>
                <a:lnTo>
                  <a:pt x="731200" y="3272971"/>
                </a:lnTo>
                <a:lnTo>
                  <a:pt x="198123" y="3272971"/>
                </a:lnTo>
                <a:lnTo>
                  <a:pt x="183414" y="3242436"/>
                </a:lnTo>
                <a:cubicBezTo>
                  <a:pt x="65309" y="2963205"/>
                  <a:pt x="0" y="2656207"/>
                  <a:pt x="0" y="2333955"/>
                </a:cubicBezTo>
                <a:cubicBezTo>
                  <a:pt x="0" y="1044947"/>
                  <a:pt x="1044947" y="0"/>
                  <a:pt x="2333955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flipH="1">
            <a:off x="3395747" y="3463539"/>
            <a:ext cx="2550430" cy="255043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317500" sx="102000" sy="102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flipH="1">
            <a:off x="288471" y="6473186"/>
            <a:ext cx="268882" cy="26888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flipH="1">
            <a:off x="369767" y="6553133"/>
            <a:ext cx="89170" cy="108989"/>
          </a:xfrm>
          <a:custGeom>
            <a:avLst/>
            <a:gdLst>
              <a:gd name="connsiteX0" fmla="*/ 1308571 w 1443284"/>
              <a:gd name="connsiteY0" fmla="*/ 676022 h 1764072"/>
              <a:gd name="connsiteX1" fmla="*/ 1308571 w 1443284"/>
              <a:gd name="connsiteY1" fmla="*/ 1087904 h 1764072"/>
              <a:gd name="connsiteX2" fmla="*/ 325189 w 1443284"/>
              <a:gd name="connsiteY2" fmla="*/ 1710749 h 1764072"/>
              <a:gd name="connsiteX3" fmla="*/ 0 w 1443284"/>
              <a:gd name="connsiteY3" fmla="*/ 1545550 h 1764072"/>
              <a:gd name="connsiteX4" fmla="*/ 0 w 1443284"/>
              <a:gd name="connsiteY4" fmla="*/ 218561 h 1764072"/>
              <a:gd name="connsiteX5" fmla="*/ 325189 w 1443284"/>
              <a:gd name="connsiteY5" fmla="*/ 53362 h 1764072"/>
              <a:gd name="connsiteX6" fmla="*/ 1308571 w 1443284"/>
              <a:gd name="connsiteY6" fmla="*/ 676022 h 1764072"/>
            </a:gdLst>
            <a:ahLst/>
            <a:cxnLst/>
            <a:rect l="l" t="t" r="r" b="b"/>
            <a:pathLst>
              <a:path w="1443284" h="1764072">
                <a:moveTo>
                  <a:pt x="1308571" y="676022"/>
                </a:moveTo>
                <a:cubicBezTo>
                  <a:pt x="1488281" y="789689"/>
                  <a:pt x="1488095" y="974236"/>
                  <a:pt x="1308571" y="1087904"/>
                </a:cubicBezTo>
                <a:lnTo>
                  <a:pt x="325189" y="1710749"/>
                </a:lnTo>
                <a:cubicBezTo>
                  <a:pt x="145479" y="1824417"/>
                  <a:pt x="0" y="1750375"/>
                  <a:pt x="0" y="1545550"/>
                </a:cubicBezTo>
                <a:lnTo>
                  <a:pt x="0" y="218561"/>
                </a:lnTo>
                <a:cubicBezTo>
                  <a:pt x="0" y="13551"/>
                  <a:pt x="145666" y="-60305"/>
                  <a:pt x="325189" y="53362"/>
                </a:cubicBezTo>
                <a:lnTo>
                  <a:pt x="1308571" y="676022"/>
                </a:lnTo>
                <a:close/>
              </a:path>
            </a:pathLst>
          </a:custGeom>
          <a:solidFill>
            <a:schemeClr val="accent2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flipH="1">
            <a:off x="3704257" y="5973620"/>
            <a:ext cx="196692" cy="19669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5478050" y="6147509"/>
            <a:ext cx="143917" cy="14391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flipH="1">
            <a:off x="6377020" y="2248442"/>
            <a:ext cx="220562" cy="220562"/>
          </a:xfrm>
          <a:prstGeom prst="ellipse">
            <a:avLst/>
          </a:prstGeom>
          <a:solidFill>
            <a:schemeClr val="accent1"/>
          </a:soli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>
            <a:alphaModFix/>
          </a:blip>
          <a:srcRect l="16667" r="16667"/>
          <a:stretch>
            <a:fillRect/>
          </a:stretch>
        </p:blipFill>
        <p:spPr>
          <a:xfrm flipH="1">
            <a:off x="3544736" y="3612528"/>
            <a:ext cx="2252452" cy="2252452"/>
          </a:xfrm>
          <a:custGeom>
            <a:avLst/>
            <a:gdLst>
              <a:gd name="connsiteX0" fmla="*/ 1126226 w 2252452"/>
              <a:gd name="connsiteY0" fmla="*/ 0 h 2252452"/>
              <a:gd name="connsiteX1" fmla="*/ 2252452 w 2252452"/>
              <a:gd name="connsiteY1" fmla="*/ 1126226 h 2252452"/>
              <a:gd name="connsiteX2" fmla="*/ 1126226 w 2252452"/>
              <a:gd name="connsiteY2" fmla="*/ 2252452 h 2252452"/>
              <a:gd name="connsiteX3" fmla="*/ 0 w 2252452"/>
              <a:gd name="connsiteY3" fmla="*/ 1126226 h 2252452"/>
              <a:gd name="connsiteX4" fmla="*/ 1126226 w 2252452"/>
              <a:gd name="connsiteY4" fmla="*/ 0 h 2252452"/>
            </a:gdLst>
            <a:ahLst/>
            <a:cxnLst/>
            <a:rect l="l" t="t" r="r" b="b"/>
            <a:pathLst>
              <a:path w="2252452" h="2252452">
                <a:moveTo>
                  <a:pt x="1126226" y="0"/>
                </a:moveTo>
                <a:cubicBezTo>
                  <a:pt x="1748223" y="0"/>
                  <a:pt x="2252452" y="504229"/>
                  <a:pt x="2252452" y="1126226"/>
                </a:cubicBezTo>
                <a:cubicBezTo>
                  <a:pt x="2252452" y="1748223"/>
                  <a:pt x="1748223" y="2252452"/>
                  <a:pt x="1126226" y="2252452"/>
                </a:cubicBezTo>
                <a:cubicBezTo>
                  <a:pt x="504229" y="2252452"/>
                  <a:pt x="0" y="1748223"/>
                  <a:pt x="0" y="1126226"/>
                </a:cubicBezTo>
                <a:cubicBezTo>
                  <a:pt x="0" y="504229"/>
                  <a:pt x="504229" y="0"/>
                  <a:pt x="112622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5" name="标题 1"/>
          <p:cNvSpPr txBox="1"/>
          <p:nvPr/>
        </p:nvSpPr>
        <p:spPr>
          <a:xfrm>
            <a:off x="-1248427" y="5111027"/>
            <a:ext cx="3716941" cy="120209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4EE0">
                    <a:alpha val="41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202X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flipH="1">
            <a:off x="4075134" y="6160090"/>
            <a:ext cx="545340" cy="54534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740147" flipH="1">
            <a:off x="4219204" y="6304160"/>
            <a:ext cx="257200" cy="257200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9792577" y="433887"/>
            <a:ext cx="1757307" cy="406400"/>
          </a:xfrm>
          <a:prstGeom prst="roundRect">
            <a:avLst>
              <a:gd name="adj" fmla="val 12287"/>
            </a:avLst>
          </a:prstGeom>
          <a:solidFill>
            <a:schemeClr val="accent2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7565925" y="2290570"/>
            <a:ext cx="2703140" cy="10754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3495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Part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9798762" y="987846"/>
            <a:ext cx="1772100" cy="23781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3495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02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9941115" y="546422"/>
            <a:ext cx="1460232" cy="181329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248324" y="1307480"/>
            <a:ext cx="8950544" cy="1345021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993132" y="1230880"/>
            <a:ext cx="1730022" cy="1498220"/>
          </a:xfrm>
          <a:custGeom>
            <a:avLst/>
            <a:gdLst>
              <a:gd name="connsiteX0" fmla="*/ 354270 w 2454443"/>
              <a:gd name="connsiteY0" fmla="*/ 0 h 2125579"/>
              <a:gd name="connsiteX1" fmla="*/ 733926 w 2454443"/>
              <a:gd name="connsiteY1" fmla="*/ 0 h 2125579"/>
              <a:gd name="connsiteX2" fmla="*/ 1062790 w 2454443"/>
              <a:gd name="connsiteY2" fmla="*/ 328864 h 2125579"/>
              <a:gd name="connsiteX3" fmla="*/ 1391654 w 2454443"/>
              <a:gd name="connsiteY3" fmla="*/ 0 h 2125579"/>
              <a:gd name="connsiteX4" fmla="*/ 1771309 w 2454443"/>
              <a:gd name="connsiteY4" fmla="*/ 0 h 2125579"/>
              <a:gd name="connsiteX5" fmla="*/ 2125579 w 2454443"/>
              <a:gd name="connsiteY5" fmla="*/ 354270 h 2125579"/>
              <a:gd name="connsiteX6" fmla="*/ 2125579 w 2454443"/>
              <a:gd name="connsiteY6" fmla="*/ 733926 h 2125579"/>
              <a:gd name="connsiteX7" fmla="*/ 2454443 w 2454443"/>
              <a:gd name="connsiteY7" fmla="*/ 1062790 h 2125579"/>
              <a:gd name="connsiteX8" fmla="*/ 2125579 w 2454443"/>
              <a:gd name="connsiteY8" fmla="*/ 1391654 h 2125579"/>
              <a:gd name="connsiteX9" fmla="*/ 2125579 w 2454443"/>
              <a:gd name="connsiteY9" fmla="*/ 1771309 h 2125579"/>
              <a:gd name="connsiteX10" fmla="*/ 1771309 w 2454443"/>
              <a:gd name="connsiteY10" fmla="*/ 2125579 h 2125579"/>
              <a:gd name="connsiteX11" fmla="*/ 354270 w 2454443"/>
              <a:gd name="connsiteY11" fmla="*/ 2125579 h 2125579"/>
              <a:gd name="connsiteX12" fmla="*/ 0 w 2454443"/>
              <a:gd name="connsiteY12" fmla="*/ 1771309 h 2125579"/>
              <a:gd name="connsiteX13" fmla="*/ 0 w 2454443"/>
              <a:gd name="connsiteY13" fmla="*/ 354270 h 2125579"/>
              <a:gd name="connsiteX14" fmla="*/ 354270 w 2454443"/>
              <a:gd name="connsiteY14" fmla="*/ 0 h 2125579"/>
            </a:gdLst>
            <a:ahLst/>
            <a:cxnLst/>
            <a:rect l="l" t="t" r="r" b="b"/>
            <a:pathLst>
              <a:path w="2454443" h="2125579">
                <a:moveTo>
                  <a:pt x="354270" y="0"/>
                </a:moveTo>
                <a:lnTo>
                  <a:pt x="733926" y="0"/>
                </a:lnTo>
                <a:cubicBezTo>
                  <a:pt x="733926" y="181627"/>
                  <a:pt x="881163" y="328864"/>
                  <a:pt x="1062790" y="328864"/>
                </a:cubicBezTo>
                <a:cubicBezTo>
                  <a:pt x="1244417" y="328864"/>
                  <a:pt x="1391654" y="181627"/>
                  <a:pt x="1391654" y="0"/>
                </a:cubicBezTo>
                <a:lnTo>
                  <a:pt x="1771309" y="0"/>
                </a:lnTo>
                <a:cubicBezTo>
                  <a:pt x="1966967" y="0"/>
                  <a:pt x="2125579" y="158612"/>
                  <a:pt x="2125579" y="354270"/>
                </a:cubicBezTo>
                <a:lnTo>
                  <a:pt x="2125579" y="733926"/>
                </a:lnTo>
                <a:cubicBezTo>
                  <a:pt x="2307206" y="733926"/>
                  <a:pt x="2454443" y="881163"/>
                  <a:pt x="2454443" y="1062790"/>
                </a:cubicBezTo>
                <a:cubicBezTo>
                  <a:pt x="2454443" y="1244417"/>
                  <a:pt x="2307206" y="1391654"/>
                  <a:pt x="2125579" y="1391654"/>
                </a:cubicBezTo>
                <a:lnTo>
                  <a:pt x="2125579" y="1771309"/>
                </a:lnTo>
                <a:cubicBezTo>
                  <a:pt x="2125579" y="1966967"/>
                  <a:pt x="1966967" y="2125579"/>
                  <a:pt x="1771309" y="2125579"/>
                </a:cubicBezTo>
                <a:lnTo>
                  <a:pt x="354270" y="2125579"/>
                </a:lnTo>
                <a:cubicBezTo>
                  <a:pt x="158612" y="2125579"/>
                  <a:pt x="0" y="1966967"/>
                  <a:pt x="0" y="1771309"/>
                </a:cubicBezTo>
                <a:lnTo>
                  <a:pt x="0" y="354270"/>
                </a:lnTo>
                <a:cubicBezTo>
                  <a:pt x="0" y="158612"/>
                  <a:pt x="158612" y="0"/>
                  <a:pt x="354270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454974" y="1733786"/>
            <a:ext cx="562442" cy="492408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964318" y="1865542"/>
            <a:ext cx="7980549" cy="66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54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核心职责：词法分析模块、语法分析模块开发。
架构职责：整体架构设计、项目协调管理。
文档职责：技术文档编写、设计报告撰写。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248324" y="2959690"/>
            <a:ext cx="8945479" cy="1345021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93132" y="2883090"/>
            <a:ext cx="1730022" cy="1498220"/>
          </a:xfrm>
          <a:custGeom>
            <a:avLst/>
            <a:gdLst>
              <a:gd name="connsiteX0" fmla="*/ 354270 w 2454443"/>
              <a:gd name="connsiteY0" fmla="*/ 0 h 2125579"/>
              <a:gd name="connsiteX1" fmla="*/ 733926 w 2454443"/>
              <a:gd name="connsiteY1" fmla="*/ 0 h 2125579"/>
              <a:gd name="connsiteX2" fmla="*/ 1062790 w 2454443"/>
              <a:gd name="connsiteY2" fmla="*/ 328864 h 2125579"/>
              <a:gd name="connsiteX3" fmla="*/ 1391654 w 2454443"/>
              <a:gd name="connsiteY3" fmla="*/ 0 h 2125579"/>
              <a:gd name="connsiteX4" fmla="*/ 1771309 w 2454443"/>
              <a:gd name="connsiteY4" fmla="*/ 0 h 2125579"/>
              <a:gd name="connsiteX5" fmla="*/ 2125579 w 2454443"/>
              <a:gd name="connsiteY5" fmla="*/ 354270 h 2125579"/>
              <a:gd name="connsiteX6" fmla="*/ 2125579 w 2454443"/>
              <a:gd name="connsiteY6" fmla="*/ 733926 h 2125579"/>
              <a:gd name="connsiteX7" fmla="*/ 2454443 w 2454443"/>
              <a:gd name="connsiteY7" fmla="*/ 1062790 h 2125579"/>
              <a:gd name="connsiteX8" fmla="*/ 2125579 w 2454443"/>
              <a:gd name="connsiteY8" fmla="*/ 1391654 h 2125579"/>
              <a:gd name="connsiteX9" fmla="*/ 2125579 w 2454443"/>
              <a:gd name="connsiteY9" fmla="*/ 1771309 h 2125579"/>
              <a:gd name="connsiteX10" fmla="*/ 1771309 w 2454443"/>
              <a:gd name="connsiteY10" fmla="*/ 2125579 h 2125579"/>
              <a:gd name="connsiteX11" fmla="*/ 354270 w 2454443"/>
              <a:gd name="connsiteY11" fmla="*/ 2125579 h 2125579"/>
              <a:gd name="connsiteX12" fmla="*/ 0 w 2454443"/>
              <a:gd name="connsiteY12" fmla="*/ 1771309 h 2125579"/>
              <a:gd name="connsiteX13" fmla="*/ 0 w 2454443"/>
              <a:gd name="connsiteY13" fmla="*/ 354270 h 2125579"/>
              <a:gd name="connsiteX14" fmla="*/ 354270 w 2454443"/>
              <a:gd name="connsiteY14" fmla="*/ 0 h 2125579"/>
            </a:gdLst>
            <a:ahLst/>
            <a:cxnLst/>
            <a:rect l="l" t="t" r="r" b="b"/>
            <a:pathLst>
              <a:path w="2454443" h="2125579">
                <a:moveTo>
                  <a:pt x="354270" y="0"/>
                </a:moveTo>
                <a:lnTo>
                  <a:pt x="733926" y="0"/>
                </a:lnTo>
                <a:cubicBezTo>
                  <a:pt x="733926" y="181627"/>
                  <a:pt x="881163" y="328864"/>
                  <a:pt x="1062790" y="328864"/>
                </a:cubicBezTo>
                <a:cubicBezTo>
                  <a:pt x="1244417" y="328864"/>
                  <a:pt x="1391654" y="181627"/>
                  <a:pt x="1391654" y="0"/>
                </a:cubicBezTo>
                <a:lnTo>
                  <a:pt x="1771309" y="0"/>
                </a:lnTo>
                <a:cubicBezTo>
                  <a:pt x="1966967" y="0"/>
                  <a:pt x="2125579" y="158612"/>
                  <a:pt x="2125579" y="354270"/>
                </a:cubicBezTo>
                <a:lnTo>
                  <a:pt x="2125579" y="733926"/>
                </a:lnTo>
                <a:cubicBezTo>
                  <a:pt x="2307206" y="733926"/>
                  <a:pt x="2454443" y="881163"/>
                  <a:pt x="2454443" y="1062790"/>
                </a:cubicBezTo>
                <a:cubicBezTo>
                  <a:pt x="2454443" y="1244417"/>
                  <a:pt x="2307206" y="1391654"/>
                  <a:pt x="2125579" y="1391654"/>
                </a:cubicBezTo>
                <a:lnTo>
                  <a:pt x="2125579" y="1771309"/>
                </a:lnTo>
                <a:cubicBezTo>
                  <a:pt x="2125579" y="1966967"/>
                  <a:pt x="1966967" y="2125579"/>
                  <a:pt x="1771309" y="2125579"/>
                </a:cubicBezTo>
                <a:lnTo>
                  <a:pt x="354270" y="2125579"/>
                </a:lnTo>
                <a:cubicBezTo>
                  <a:pt x="158612" y="2125579"/>
                  <a:pt x="0" y="1966967"/>
                  <a:pt x="0" y="1771309"/>
                </a:cubicBezTo>
                <a:lnTo>
                  <a:pt x="0" y="354270"/>
                </a:lnTo>
                <a:cubicBezTo>
                  <a:pt x="0" y="158612"/>
                  <a:pt x="158612" y="0"/>
                  <a:pt x="354270" y="0"/>
                </a:cubicBez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454974" y="3377241"/>
            <a:ext cx="562442" cy="509918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2964318" y="3520864"/>
            <a:ext cx="7978967" cy="66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54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核心职责：代码生成模块开发、测试框架搭建。
工程职责：CI/CD 集成、多平台编译支持。
技术职责：构建系统优化、自动化流程设计。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2248324" y="4611900"/>
            <a:ext cx="8950544" cy="1345021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93132" y="4535300"/>
            <a:ext cx="1730022" cy="1498220"/>
          </a:xfrm>
          <a:custGeom>
            <a:avLst/>
            <a:gdLst>
              <a:gd name="connsiteX0" fmla="*/ 354270 w 2454443"/>
              <a:gd name="connsiteY0" fmla="*/ 0 h 2125579"/>
              <a:gd name="connsiteX1" fmla="*/ 733926 w 2454443"/>
              <a:gd name="connsiteY1" fmla="*/ 0 h 2125579"/>
              <a:gd name="connsiteX2" fmla="*/ 1062790 w 2454443"/>
              <a:gd name="connsiteY2" fmla="*/ 328864 h 2125579"/>
              <a:gd name="connsiteX3" fmla="*/ 1391654 w 2454443"/>
              <a:gd name="connsiteY3" fmla="*/ 0 h 2125579"/>
              <a:gd name="connsiteX4" fmla="*/ 1771309 w 2454443"/>
              <a:gd name="connsiteY4" fmla="*/ 0 h 2125579"/>
              <a:gd name="connsiteX5" fmla="*/ 2125579 w 2454443"/>
              <a:gd name="connsiteY5" fmla="*/ 354270 h 2125579"/>
              <a:gd name="connsiteX6" fmla="*/ 2125579 w 2454443"/>
              <a:gd name="connsiteY6" fmla="*/ 733926 h 2125579"/>
              <a:gd name="connsiteX7" fmla="*/ 2454443 w 2454443"/>
              <a:gd name="connsiteY7" fmla="*/ 1062790 h 2125579"/>
              <a:gd name="connsiteX8" fmla="*/ 2125579 w 2454443"/>
              <a:gd name="connsiteY8" fmla="*/ 1391654 h 2125579"/>
              <a:gd name="connsiteX9" fmla="*/ 2125579 w 2454443"/>
              <a:gd name="connsiteY9" fmla="*/ 1771309 h 2125579"/>
              <a:gd name="connsiteX10" fmla="*/ 1771309 w 2454443"/>
              <a:gd name="connsiteY10" fmla="*/ 2125579 h 2125579"/>
              <a:gd name="connsiteX11" fmla="*/ 354270 w 2454443"/>
              <a:gd name="connsiteY11" fmla="*/ 2125579 h 2125579"/>
              <a:gd name="connsiteX12" fmla="*/ 0 w 2454443"/>
              <a:gd name="connsiteY12" fmla="*/ 1771309 h 2125579"/>
              <a:gd name="connsiteX13" fmla="*/ 0 w 2454443"/>
              <a:gd name="connsiteY13" fmla="*/ 354270 h 2125579"/>
              <a:gd name="connsiteX14" fmla="*/ 354270 w 2454443"/>
              <a:gd name="connsiteY14" fmla="*/ 0 h 2125579"/>
            </a:gdLst>
            <a:ahLst/>
            <a:cxnLst/>
            <a:rect l="l" t="t" r="r" b="b"/>
            <a:pathLst>
              <a:path w="2454443" h="2125579">
                <a:moveTo>
                  <a:pt x="354270" y="0"/>
                </a:moveTo>
                <a:lnTo>
                  <a:pt x="733926" y="0"/>
                </a:lnTo>
                <a:cubicBezTo>
                  <a:pt x="733926" y="181627"/>
                  <a:pt x="881163" y="328864"/>
                  <a:pt x="1062790" y="328864"/>
                </a:cubicBezTo>
                <a:cubicBezTo>
                  <a:pt x="1244417" y="328864"/>
                  <a:pt x="1391654" y="181627"/>
                  <a:pt x="1391654" y="0"/>
                </a:cubicBezTo>
                <a:lnTo>
                  <a:pt x="1771309" y="0"/>
                </a:lnTo>
                <a:cubicBezTo>
                  <a:pt x="1966967" y="0"/>
                  <a:pt x="2125579" y="158612"/>
                  <a:pt x="2125579" y="354270"/>
                </a:cubicBezTo>
                <a:lnTo>
                  <a:pt x="2125579" y="733926"/>
                </a:lnTo>
                <a:cubicBezTo>
                  <a:pt x="2307206" y="733926"/>
                  <a:pt x="2454443" y="881163"/>
                  <a:pt x="2454443" y="1062790"/>
                </a:cubicBezTo>
                <a:cubicBezTo>
                  <a:pt x="2454443" y="1244417"/>
                  <a:pt x="2307206" y="1391654"/>
                  <a:pt x="2125579" y="1391654"/>
                </a:cubicBezTo>
                <a:lnTo>
                  <a:pt x="2125579" y="1771309"/>
                </a:lnTo>
                <a:cubicBezTo>
                  <a:pt x="2125579" y="1966967"/>
                  <a:pt x="1966967" y="2125579"/>
                  <a:pt x="1771309" y="2125579"/>
                </a:cubicBezTo>
                <a:lnTo>
                  <a:pt x="354270" y="2125579"/>
                </a:lnTo>
                <a:cubicBezTo>
                  <a:pt x="158612" y="2125579"/>
                  <a:pt x="0" y="1966967"/>
                  <a:pt x="0" y="1771309"/>
                </a:cubicBezTo>
                <a:lnTo>
                  <a:pt x="0" y="354270"/>
                </a:lnTo>
                <a:cubicBezTo>
                  <a:pt x="0" y="158612"/>
                  <a:pt x="158612" y="0"/>
                  <a:pt x="354270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454974" y="5019353"/>
            <a:ext cx="562442" cy="530114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2964318" y="5169962"/>
            <a:ext cx="7980549" cy="66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54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核心职责：语义分析模块开发、错误处理机制。
研究职责：新技术调研、性能优化。
规范职责：代码提交标准制定、质量保证。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951618" y="1408342"/>
            <a:ext cx="7980549" cy="38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蔡逸文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（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组长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）</a:t>
            </a:r>
            <a:endParaRPr kumimoji="1" lang="zh-CN" altLang="en-US" dirty="0"/>
          </a:p>
        </p:txBody>
      </p:sp>
      <p:sp>
        <p:nvSpPr>
          <p:cNvPr id="20" name="标题 1"/>
          <p:cNvSpPr txBox="1"/>
          <p:nvPr/>
        </p:nvSpPr>
        <p:spPr>
          <a:xfrm>
            <a:off x="2964318" y="3046642"/>
            <a:ext cx="7980549" cy="38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宋健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964318" y="4786542"/>
            <a:ext cx="7980549" cy="38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李宇星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团队成员及职责分工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286252" y="1763848"/>
            <a:ext cx="1676398" cy="1676396"/>
          </a:xfrm>
          <a:prstGeom prst="arc">
            <a:avLst>
              <a:gd name="adj1" fmla="val 4443276"/>
              <a:gd name="adj2" fmla="val 20042158"/>
            </a:avLst>
          </a:prstGeom>
          <a:noFill/>
          <a:ln w="101600" cap="rnd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229350" y="1763848"/>
            <a:ext cx="1676398" cy="1676396"/>
          </a:xfrm>
          <a:prstGeom prst="arc">
            <a:avLst>
              <a:gd name="adj1" fmla="val 9033165"/>
              <a:gd name="adj2" fmla="val 3409237"/>
            </a:avLst>
          </a:prstGeom>
          <a:noFill/>
          <a:ln w="101600" cap="rnd">
            <a:solidFill>
              <a:schemeClr val="accent2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286252" y="3687895"/>
            <a:ext cx="1676398" cy="1676396"/>
          </a:xfrm>
          <a:prstGeom prst="arc">
            <a:avLst>
              <a:gd name="adj1" fmla="val 20099643"/>
              <a:gd name="adj2" fmla="val 13166763"/>
            </a:avLst>
          </a:prstGeom>
          <a:noFill/>
          <a:ln w="101600" cap="rnd">
            <a:solidFill>
              <a:schemeClr val="accent2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229350" y="3687895"/>
            <a:ext cx="1676398" cy="1676396"/>
          </a:xfrm>
          <a:prstGeom prst="arc">
            <a:avLst>
              <a:gd name="adj1" fmla="val 14066135"/>
              <a:gd name="adj2" fmla="val 8751410"/>
            </a:avLst>
          </a:prstGeom>
          <a:noFill/>
          <a:ln w="101600" cap="rnd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162549" y="3078295"/>
            <a:ext cx="60960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419100" dist="127000" dir="5400000" sx="92000" sy="92000" algn="t" rotWithShape="0">
              <a:srgbClr val="000000">
                <a:alpha val="12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005511" y="2716345"/>
            <a:ext cx="60960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419100" dist="127000" dir="5400000" sx="92000" sy="92000" algn="t" rotWithShape="0">
              <a:srgbClr val="000000">
                <a:alpha val="12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267449" y="3573595"/>
            <a:ext cx="60960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419100" dist="127000" dir="5400000" sx="92000" sy="92000" algn="t" rotWithShape="0">
              <a:srgbClr val="000000">
                <a:alpha val="12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558988" y="3871264"/>
            <a:ext cx="60960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419100" dist="127000" dir="5400000" sx="92000" sy="92000" algn="t" rotWithShape="0">
              <a:srgbClr val="000000">
                <a:alpha val="12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476750" y="1954346"/>
            <a:ext cx="1295402" cy="129540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609600" dist="266700" dir="2700000" sx="93000" sy="93000" algn="tl" rotWithShape="0">
              <a:schemeClr val="accent1">
                <a:lumMod val="50000"/>
                <a:alpha val="1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491040" y="2217326"/>
            <a:ext cx="1270000" cy="7010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419848" y="1954346"/>
            <a:ext cx="1295402" cy="129540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609600" dist="266700" dir="2700000" sx="93000" sy="93000" algn="tl" rotWithShape="0">
              <a:schemeClr val="accent2">
                <a:lumMod val="50000"/>
                <a:alpha val="1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434138" y="2217326"/>
            <a:ext cx="1270000" cy="7010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4476750" y="3878393"/>
            <a:ext cx="1295402" cy="129540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609600" dist="266700" dir="2700000" sx="93000" sy="93000" algn="tl" rotWithShape="0">
              <a:schemeClr val="accent3">
                <a:lumMod val="50000"/>
                <a:alpha val="1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4491040" y="4141373"/>
            <a:ext cx="1270000" cy="7010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6419848" y="3878393"/>
            <a:ext cx="1295402" cy="129540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609600" dist="266700" dir="2700000" sx="93000" sy="93000" algn="tl" rotWithShape="0">
              <a:schemeClr val="accent5">
                <a:lumMod val="50000"/>
                <a:alpha val="1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6434138" y="4141373"/>
            <a:ext cx="1270000" cy="7010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04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8210325" y="1824597"/>
            <a:ext cx="2664656" cy="1733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Git 版本控制，分支管理，确保代码管理有序。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8176984" y="3994621"/>
            <a:ext cx="2664656" cy="1733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定期集成测试，及时发现并解决问题。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1341958" y="4205355"/>
            <a:ext cx="2664657" cy="1733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代码评审机制，保障代码质量，促进知识共享。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5356901" y="3269987"/>
            <a:ext cx="243782" cy="243818"/>
          </a:xfrm>
          <a:custGeom>
            <a:avLst/>
            <a:gdLst>
              <a:gd name="connsiteX0" fmla="*/ 579031 w 719895"/>
              <a:gd name="connsiteY0" fmla="*/ 554022 h 720000"/>
              <a:gd name="connsiteX1" fmla="*/ 596778 w 719895"/>
              <a:gd name="connsiteY1" fmla="*/ 561368 h 720000"/>
              <a:gd name="connsiteX2" fmla="*/ 712550 w 719895"/>
              <a:gd name="connsiteY2" fmla="*/ 677140 h 720000"/>
              <a:gd name="connsiteX3" fmla="*/ 712550 w 719895"/>
              <a:gd name="connsiteY3" fmla="*/ 712634 h 720000"/>
              <a:gd name="connsiteX4" fmla="*/ 694887 w 719895"/>
              <a:gd name="connsiteY4" fmla="*/ 720000 h 720000"/>
              <a:gd name="connsiteX5" fmla="*/ 677140 w 719895"/>
              <a:gd name="connsiteY5" fmla="*/ 712634 h 720000"/>
              <a:gd name="connsiteX6" fmla="*/ 561284 w 719895"/>
              <a:gd name="connsiteY6" fmla="*/ 596861 h 720000"/>
              <a:gd name="connsiteX7" fmla="*/ 561284 w 719895"/>
              <a:gd name="connsiteY7" fmla="*/ 561368 h 720000"/>
              <a:gd name="connsiteX8" fmla="*/ 579031 w 719895"/>
              <a:gd name="connsiteY8" fmla="*/ 554022 h 720000"/>
              <a:gd name="connsiteX9" fmla="*/ 301109 w 719895"/>
              <a:gd name="connsiteY9" fmla="*/ 0 h 720000"/>
              <a:gd name="connsiteX10" fmla="*/ 602219 w 719895"/>
              <a:gd name="connsiteY10" fmla="*/ 301109 h 720000"/>
              <a:gd name="connsiteX11" fmla="*/ 301109 w 719895"/>
              <a:gd name="connsiteY11" fmla="*/ 602219 h 720000"/>
              <a:gd name="connsiteX12" fmla="*/ 0 w 719895"/>
              <a:gd name="connsiteY12" fmla="*/ 301109 h 720000"/>
              <a:gd name="connsiteX13" fmla="*/ 301109 w 719895"/>
              <a:gd name="connsiteY13" fmla="*/ 0 h 720000"/>
            </a:gdLst>
            <a:ahLst/>
            <a:cxnLst/>
            <a:rect l="l" t="t" r="r" b="b"/>
            <a:pathLst>
              <a:path w="719895" h="720000">
                <a:moveTo>
                  <a:pt x="579031" y="554022"/>
                </a:moveTo>
                <a:cubicBezTo>
                  <a:pt x="585456" y="554022"/>
                  <a:pt x="591880" y="556471"/>
                  <a:pt x="596778" y="561368"/>
                </a:cubicBezTo>
                <a:lnTo>
                  <a:pt x="712550" y="677140"/>
                </a:lnTo>
                <a:cubicBezTo>
                  <a:pt x="722344" y="686935"/>
                  <a:pt x="722344" y="702840"/>
                  <a:pt x="712550" y="712634"/>
                </a:cubicBezTo>
                <a:cubicBezTo>
                  <a:pt x="707778" y="717573"/>
                  <a:pt x="701333" y="720000"/>
                  <a:pt x="694887" y="720000"/>
                </a:cubicBezTo>
                <a:cubicBezTo>
                  <a:pt x="688441" y="720000"/>
                  <a:pt x="681995" y="717573"/>
                  <a:pt x="677140" y="712634"/>
                </a:cubicBezTo>
                <a:lnTo>
                  <a:pt x="561284" y="596861"/>
                </a:lnTo>
                <a:cubicBezTo>
                  <a:pt x="551490" y="587067"/>
                  <a:pt x="551490" y="571162"/>
                  <a:pt x="561284" y="561368"/>
                </a:cubicBezTo>
                <a:cubicBezTo>
                  <a:pt x="566181" y="556471"/>
                  <a:pt x="572606" y="554022"/>
                  <a:pt x="579031" y="554022"/>
                </a:cubicBezTo>
                <a:close/>
                <a:moveTo>
                  <a:pt x="301109" y="0"/>
                </a:moveTo>
                <a:cubicBezTo>
                  <a:pt x="467443" y="0"/>
                  <a:pt x="602219" y="134859"/>
                  <a:pt x="602219" y="301109"/>
                </a:cubicBezTo>
                <a:cubicBezTo>
                  <a:pt x="602219" y="467443"/>
                  <a:pt x="467443" y="602219"/>
                  <a:pt x="301109" y="602219"/>
                </a:cubicBezTo>
                <a:cubicBezTo>
                  <a:pt x="134775" y="602219"/>
                  <a:pt x="0" y="467443"/>
                  <a:pt x="0" y="301109"/>
                </a:cubicBezTo>
                <a:cubicBezTo>
                  <a:pt x="0" y="134775"/>
                  <a:pt x="134775" y="0"/>
                  <a:pt x="301109" y="0"/>
                </a:cubicBezTo>
                <a:close/>
              </a:path>
            </a:pathLst>
          </a:custGeom>
          <a:solidFill>
            <a:schemeClr val="accent1"/>
          </a:solidFill>
          <a:ln w="781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6195603" y="2913030"/>
            <a:ext cx="229416" cy="216229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accent2"/>
          </a:solidFill>
          <a:ln w="81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5742690" y="4054966"/>
            <a:ext cx="242196" cy="242196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2"/>
          </a:solidFill>
          <a:ln w="81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6466598" y="3772744"/>
            <a:ext cx="211302" cy="211302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80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405022 w 720001"/>
              <a:gd name="connsiteY7" fmla="*/ 0 h 720001"/>
              <a:gd name="connsiteX8" fmla="*/ 720001 w 720001"/>
              <a:gd name="connsiteY8" fmla="*/ 314979 h 720001"/>
              <a:gd name="connsiteX9" fmla="*/ 405022 w 720001"/>
              <a:gd name="connsiteY9" fmla="*/ 314979 h 720001"/>
              <a:gd name="connsiteX10" fmla="*/ 360000 w 720001"/>
              <a:gd name="connsiteY10" fmla="*/ 0 h 720001"/>
              <a:gd name="connsiteX11" fmla="*/ 360000 w 720001"/>
              <a:gd name="connsiteY11" fmla="*/ 360000 h 720001"/>
              <a:gd name="connsiteX12" fmla="*/ 720000 w 720001"/>
              <a:gd name="connsiteY12" fmla="*/ 360000 h 720001"/>
              <a:gd name="connsiteX13" fmla="*/ 360000 w 720001"/>
              <a:gd name="connsiteY13" fmla="*/ 720001 h 720001"/>
              <a:gd name="connsiteX14" fmla="*/ 0 w 720001"/>
              <a:gd name="connsiteY14" fmla="*/ 360000 h 720001"/>
              <a:gd name="connsiteX15" fmla="*/ 360000 w 720001"/>
              <a:gd name="connsiteY15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80"/>
                </a:cubicBezTo>
                <a:cubicBezTo>
                  <a:pt x="566806" y="104878"/>
                  <a:pt x="538699" y="85967"/>
                  <a:pt x="507383" y="72694"/>
                </a:cubicBezTo>
                <a:cubicBezTo>
                  <a:pt x="491075" y="65755"/>
                  <a:pt x="474246" y="60637"/>
                  <a:pt x="457070" y="57166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0" y="360000"/>
                </a:lnTo>
                <a:cubicBezTo>
                  <a:pt x="720000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accent1"/>
          </a:solidFill>
          <a:ln w="81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339625" y="1799197"/>
            <a:ext cx="2664656" cy="1733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模块化开发，接口清晰，便于独立开发与集成。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协作模式</a:t>
            </a: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 flipH="1">
            <a:off x="0" y="6096"/>
            <a:ext cx="12192000" cy="684580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flipH="1">
            <a:off x="4733272" y="1228697"/>
            <a:ext cx="7449403" cy="4851545"/>
          </a:xfrm>
          <a:custGeom>
            <a:avLst/>
            <a:gdLst>
              <a:gd name="connsiteX0" fmla="*/ 0 w 7509000"/>
              <a:gd name="connsiteY0" fmla="*/ 0 h 4594482"/>
              <a:gd name="connsiteX1" fmla="*/ 5329653 w 7509000"/>
              <a:gd name="connsiteY1" fmla="*/ 0 h 4594482"/>
              <a:gd name="connsiteX2" fmla="*/ 7509000 w 7509000"/>
              <a:gd name="connsiteY2" fmla="*/ 2297241 h 4594482"/>
              <a:gd name="connsiteX3" fmla="*/ 5329653 w 7509000"/>
              <a:gd name="connsiteY3" fmla="*/ 4594482 h 4594482"/>
              <a:gd name="connsiteX4" fmla="*/ 0 w 7509000"/>
              <a:gd name="connsiteY4" fmla="*/ 4594482 h 4594482"/>
            </a:gdLst>
            <a:ahLst/>
            <a:cxnLst/>
            <a:rect l="l" t="t" r="r" b="b"/>
            <a:pathLst>
              <a:path w="7509000" h="4594482">
                <a:moveTo>
                  <a:pt x="0" y="0"/>
                </a:moveTo>
                <a:lnTo>
                  <a:pt x="5329653" y="0"/>
                </a:lnTo>
                <a:cubicBezTo>
                  <a:pt x="6533273" y="0"/>
                  <a:pt x="7509000" y="1028510"/>
                  <a:pt x="7509000" y="2297241"/>
                </a:cubicBezTo>
                <a:cubicBezTo>
                  <a:pt x="7509000" y="3565972"/>
                  <a:pt x="6533273" y="4594482"/>
                  <a:pt x="5329653" y="4594482"/>
                </a:cubicBezTo>
                <a:lnTo>
                  <a:pt x="0" y="4594482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>
            <a:outerShdw blurRad="203200" dist="101600" sx="98000" sy="98000" algn="t" rotWithShape="0">
              <a:schemeClr val="accent1">
                <a:lumMod val="75000"/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>
            <a:off x="5007359" y="1391548"/>
            <a:ext cx="7184641" cy="4507622"/>
          </a:xfrm>
          <a:custGeom>
            <a:avLst/>
            <a:gdLst>
              <a:gd name="connsiteX0" fmla="*/ 0 w 7992153"/>
              <a:gd name="connsiteY0" fmla="*/ 0 h 4469120"/>
              <a:gd name="connsiteX1" fmla="*/ 5757593 w 7992153"/>
              <a:gd name="connsiteY1" fmla="*/ 0 h 4469120"/>
              <a:gd name="connsiteX2" fmla="*/ 7992153 w 7992153"/>
              <a:gd name="connsiteY2" fmla="*/ 2234560 h 4469120"/>
              <a:gd name="connsiteX3" fmla="*/ 5757593 w 7992153"/>
              <a:gd name="connsiteY3" fmla="*/ 4469120 h 4469120"/>
              <a:gd name="connsiteX4" fmla="*/ 0 w 7992153"/>
              <a:gd name="connsiteY4" fmla="*/ 4469120 h 4469120"/>
            </a:gdLst>
            <a:ahLst/>
            <a:cxnLst/>
            <a:rect l="l" t="t" r="r" b="b"/>
            <a:pathLst>
              <a:path w="7992153" h="4469120">
                <a:moveTo>
                  <a:pt x="0" y="0"/>
                </a:moveTo>
                <a:lnTo>
                  <a:pt x="5757593" y="0"/>
                </a:lnTo>
                <a:cubicBezTo>
                  <a:pt x="6991706" y="0"/>
                  <a:pt x="7992153" y="1000447"/>
                  <a:pt x="7992153" y="2234560"/>
                </a:cubicBezTo>
                <a:cubicBezTo>
                  <a:pt x="7992153" y="3468673"/>
                  <a:pt x="6991706" y="4469120"/>
                  <a:pt x="5757593" y="4469120"/>
                </a:cubicBezTo>
                <a:lnTo>
                  <a:pt x="0" y="446912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52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miter/>
          </a:ln>
          <a:effectLst>
            <a:outerShdw blurRad="241300" dist="152400" dir="2699999" algn="tl" rotWithShape="0">
              <a:schemeClr val="accent1">
                <a:alpha val="23000"/>
              </a:schemeClr>
            </a:outerShdw>
          </a:effectLst>
        </p:spPr>
        <p:txBody>
          <a:bodyPr vert="horz" wrap="square" lIns="103113" tIns="51556" rIns="103113" bIns="5155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220324" y="3463756"/>
            <a:ext cx="5329557" cy="17205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测试情况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6200000" flipH="1">
            <a:off x="11424580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6200000" flipH="1">
            <a:off x="11295293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16200000" flipH="1">
            <a:off x="11166006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16200000" flipH="1">
            <a:off x="11023148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flipH="1">
            <a:off x="6827558" y="5357044"/>
            <a:ext cx="4140000" cy="1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0" y="1"/>
            <a:ext cx="6096000" cy="4584909"/>
          </a:xfrm>
          <a:custGeom>
            <a:avLst/>
            <a:gdLst>
              <a:gd name="connsiteX0" fmla="*/ 139608 w 6096000"/>
              <a:gd name="connsiteY0" fmla="*/ 0 h 4584909"/>
              <a:gd name="connsiteX1" fmla="*/ 6096000 w 6096000"/>
              <a:gd name="connsiteY1" fmla="*/ 0 h 4584909"/>
              <a:gd name="connsiteX2" fmla="*/ 6096000 w 6096000"/>
              <a:gd name="connsiteY2" fmla="*/ 3576543 h 4584909"/>
              <a:gd name="connsiteX3" fmla="*/ 5891214 w 6096000"/>
              <a:gd name="connsiteY3" fmla="*/ 3762666 h 4584909"/>
              <a:gd name="connsiteX4" fmla="*/ 3600782 w 6096000"/>
              <a:gd name="connsiteY4" fmla="*/ 4584909 h 4584909"/>
              <a:gd name="connsiteX5" fmla="*/ 0 w 6096000"/>
              <a:gd name="connsiteY5" fmla="*/ 984127 h 4584909"/>
              <a:gd name="connsiteX6" fmla="*/ 73156 w 6096000"/>
              <a:gd name="connsiteY6" fmla="*/ 258444 h 4584909"/>
            </a:gdLst>
            <a:ahLst/>
            <a:cxnLst/>
            <a:rect l="l" t="t" r="r" b="b"/>
            <a:pathLst>
              <a:path w="6096000" h="4584909">
                <a:moveTo>
                  <a:pt x="139608" y="0"/>
                </a:moveTo>
                <a:lnTo>
                  <a:pt x="6096000" y="0"/>
                </a:lnTo>
                <a:lnTo>
                  <a:pt x="6096000" y="3576543"/>
                </a:lnTo>
                <a:lnTo>
                  <a:pt x="5891214" y="3762666"/>
                </a:lnTo>
                <a:cubicBezTo>
                  <a:pt x="5268786" y="4276338"/>
                  <a:pt x="4470819" y="4584909"/>
                  <a:pt x="3600782" y="4584909"/>
                </a:cubicBezTo>
                <a:cubicBezTo>
                  <a:pt x="1612125" y="4584909"/>
                  <a:pt x="0" y="2972784"/>
                  <a:pt x="0" y="984127"/>
                </a:cubicBezTo>
                <a:cubicBezTo>
                  <a:pt x="0" y="735545"/>
                  <a:pt x="25190" y="492846"/>
                  <a:pt x="73156" y="258444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0" y="1"/>
            <a:ext cx="6096000" cy="4584909"/>
          </a:xfrm>
          <a:custGeom>
            <a:avLst/>
            <a:gdLst>
              <a:gd name="connsiteX0" fmla="*/ 139608 w 6096000"/>
              <a:gd name="connsiteY0" fmla="*/ 0 h 4584909"/>
              <a:gd name="connsiteX1" fmla="*/ 6096000 w 6096000"/>
              <a:gd name="connsiteY1" fmla="*/ 0 h 4584909"/>
              <a:gd name="connsiteX2" fmla="*/ 6096000 w 6096000"/>
              <a:gd name="connsiteY2" fmla="*/ 3576543 h 4584909"/>
              <a:gd name="connsiteX3" fmla="*/ 5891214 w 6096000"/>
              <a:gd name="connsiteY3" fmla="*/ 3762666 h 4584909"/>
              <a:gd name="connsiteX4" fmla="*/ 3600782 w 6096000"/>
              <a:gd name="connsiteY4" fmla="*/ 4584909 h 4584909"/>
              <a:gd name="connsiteX5" fmla="*/ 0 w 6096000"/>
              <a:gd name="connsiteY5" fmla="*/ 984127 h 4584909"/>
              <a:gd name="connsiteX6" fmla="*/ 73156 w 6096000"/>
              <a:gd name="connsiteY6" fmla="*/ 258444 h 4584909"/>
            </a:gdLst>
            <a:ahLst/>
            <a:cxnLst/>
            <a:rect l="l" t="t" r="r" b="b"/>
            <a:pathLst>
              <a:path w="6096000" h="4584909">
                <a:moveTo>
                  <a:pt x="139608" y="0"/>
                </a:moveTo>
                <a:lnTo>
                  <a:pt x="6096000" y="0"/>
                </a:lnTo>
                <a:lnTo>
                  <a:pt x="6096000" y="3576543"/>
                </a:lnTo>
                <a:lnTo>
                  <a:pt x="5891214" y="3762666"/>
                </a:lnTo>
                <a:cubicBezTo>
                  <a:pt x="5268786" y="4276338"/>
                  <a:pt x="4470819" y="4584909"/>
                  <a:pt x="3600782" y="4584909"/>
                </a:cubicBezTo>
                <a:cubicBezTo>
                  <a:pt x="1612125" y="4584909"/>
                  <a:pt x="0" y="2972784"/>
                  <a:pt x="0" y="984127"/>
                </a:cubicBezTo>
                <a:cubicBezTo>
                  <a:pt x="0" y="735545"/>
                  <a:pt x="25190" y="492846"/>
                  <a:pt x="73156" y="2584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45000"/>
            </a:schemeClr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flipH="1">
            <a:off x="-1" y="1"/>
            <a:ext cx="5904835" cy="4393745"/>
          </a:xfrm>
          <a:custGeom>
            <a:avLst/>
            <a:gdLst>
              <a:gd name="connsiteX0" fmla="*/ 145630 w 5904835"/>
              <a:gd name="connsiteY0" fmla="*/ 0 h 4393745"/>
              <a:gd name="connsiteX1" fmla="*/ 5904835 w 5904835"/>
              <a:gd name="connsiteY1" fmla="*/ 0 h 4393745"/>
              <a:gd name="connsiteX2" fmla="*/ 5904835 w 5904835"/>
              <a:gd name="connsiteY2" fmla="*/ 3302388 h 4393745"/>
              <a:gd name="connsiteX3" fmla="*/ 5820581 w 5904835"/>
              <a:gd name="connsiteY3" fmla="*/ 3395091 h 4393745"/>
              <a:gd name="connsiteX4" fmla="*/ 3409617 w 5904835"/>
              <a:gd name="connsiteY4" fmla="*/ 4393745 h 4393745"/>
              <a:gd name="connsiteX5" fmla="*/ 0 w 5904835"/>
              <a:gd name="connsiteY5" fmla="*/ 984127 h 4393745"/>
              <a:gd name="connsiteX6" fmla="*/ 69271 w 5904835"/>
              <a:gd name="connsiteY6" fmla="*/ 296970 h 4393745"/>
            </a:gdLst>
            <a:ahLst/>
            <a:cxnLst/>
            <a:rect l="l" t="t" r="r" b="b"/>
            <a:pathLst>
              <a:path w="5904835" h="4393745">
                <a:moveTo>
                  <a:pt x="145630" y="0"/>
                </a:moveTo>
                <a:lnTo>
                  <a:pt x="5904835" y="0"/>
                </a:lnTo>
                <a:lnTo>
                  <a:pt x="5904835" y="3302388"/>
                </a:lnTo>
                <a:lnTo>
                  <a:pt x="5820581" y="3395091"/>
                </a:lnTo>
                <a:cubicBezTo>
                  <a:pt x="5203561" y="4012111"/>
                  <a:pt x="4351157" y="4393745"/>
                  <a:pt x="3409617" y="4393745"/>
                </a:cubicBezTo>
                <a:cubicBezTo>
                  <a:pt x="1526537" y="4393745"/>
                  <a:pt x="0" y="2867207"/>
                  <a:pt x="0" y="984127"/>
                </a:cubicBezTo>
                <a:cubicBezTo>
                  <a:pt x="0" y="748742"/>
                  <a:pt x="23852" y="518928"/>
                  <a:pt x="69271" y="29697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alphaModFix/>
          </a:blip>
          <a:srcRect t="1561" b="1561"/>
          <a:stretch>
            <a:fillRect/>
          </a:stretch>
        </p:blipFill>
        <p:spPr>
          <a:xfrm flipH="1">
            <a:off x="0" y="2"/>
            <a:ext cx="5591174" cy="4080083"/>
          </a:xfrm>
          <a:custGeom>
            <a:avLst/>
            <a:gdLst>
              <a:gd name="connsiteX0" fmla="*/ 162424 w 5591174"/>
              <a:gd name="connsiteY0" fmla="*/ 0 h 4080083"/>
              <a:gd name="connsiteX1" fmla="*/ 5591174 w 5591174"/>
              <a:gd name="connsiteY1" fmla="*/ 0 h 4080083"/>
              <a:gd name="connsiteX2" fmla="*/ 5591174 w 5591174"/>
              <a:gd name="connsiteY2" fmla="*/ 2811386 h 4080083"/>
              <a:gd name="connsiteX3" fmla="*/ 5484946 w 5591174"/>
              <a:gd name="connsiteY3" fmla="*/ 2953443 h 4080083"/>
              <a:gd name="connsiteX4" fmla="*/ 3095956 w 5591174"/>
              <a:gd name="connsiteY4" fmla="*/ 4080083 h 4080083"/>
              <a:gd name="connsiteX5" fmla="*/ 0 w 5591174"/>
              <a:gd name="connsiteY5" fmla="*/ 984127 h 4080083"/>
              <a:gd name="connsiteX6" fmla="*/ 139188 w 5591174"/>
              <a:gd name="connsiteY6" fmla="*/ 63485 h 4080083"/>
            </a:gdLst>
            <a:ahLst/>
            <a:cxnLst/>
            <a:rect l="l" t="t" r="r" b="b"/>
            <a:pathLst>
              <a:path w="5591174" h="4080083">
                <a:moveTo>
                  <a:pt x="162424" y="0"/>
                </a:moveTo>
                <a:lnTo>
                  <a:pt x="5591174" y="0"/>
                </a:lnTo>
                <a:lnTo>
                  <a:pt x="5591174" y="2811386"/>
                </a:lnTo>
                <a:lnTo>
                  <a:pt x="5484946" y="2953443"/>
                </a:lnTo>
                <a:cubicBezTo>
                  <a:pt x="4917102" y="3641510"/>
                  <a:pt x="4057746" y="4080083"/>
                  <a:pt x="3095956" y="4080083"/>
                </a:cubicBezTo>
                <a:cubicBezTo>
                  <a:pt x="1386107" y="4080083"/>
                  <a:pt x="0" y="2693976"/>
                  <a:pt x="0" y="984127"/>
                </a:cubicBezTo>
                <a:cubicBezTo>
                  <a:pt x="0" y="663531"/>
                  <a:pt x="48731" y="354315"/>
                  <a:pt x="139188" y="6348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6" name="标题 1"/>
          <p:cNvSpPr txBox="1"/>
          <p:nvPr/>
        </p:nvSpPr>
        <p:spPr>
          <a:xfrm flipH="1">
            <a:off x="0" y="3432630"/>
            <a:ext cx="3421288" cy="3425371"/>
          </a:xfrm>
          <a:custGeom>
            <a:avLst/>
            <a:gdLst>
              <a:gd name="connsiteX0" fmla="*/ 2486355 w 3421288"/>
              <a:gd name="connsiteY0" fmla="*/ 0 h 3425371"/>
              <a:gd name="connsiteX1" fmla="*/ 3225721 w 3421288"/>
              <a:gd name="connsiteY1" fmla="*/ 111782 h 3425371"/>
              <a:gd name="connsiteX2" fmla="*/ 3421288 w 3421288"/>
              <a:gd name="connsiteY2" fmla="*/ 183360 h 3425371"/>
              <a:gd name="connsiteX3" fmla="*/ 3421288 w 3421288"/>
              <a:gd name="connsiteY3" fmla="*/ 3425371 h 3425371"/>
              <a:gd name="connsiteX4" fmla="*/ 184854 w 3421288"/>
              <a:gd name="connsiteY4" fmla="*/ 3425371 h 3425371"/>
              <a:gd name="connsiteX5" fmla="*/ 111781 w 3421288"/>
              <a:gd name="connsiteY5" fmla="*/ 3225721 h 3425371"/>
              <a:gd name="connsiteX6" fmla="*/ 0 w 3421288"/>
              <a:gd name="connsiteY6" fmla="*/ 2486355 h 3425371"/>
              <a:gd name="connsiteX7" fmla="*/ 2486355 w 3421288"/>
              <a:gd name="connsiteY7" fmla="*/ 0 h 3425371"/>
            </a:gdLst>
            <a:ahLst/>
            <a:cxnLst/>
            <a:rect l="l" t="t" r="r" b="b"/>
            <a:pathLst>
              <a:path w="3421288" h="3425371">
                <a:moveTo>
                  <a:pt x="2486355" y="0"/>
                </a:moveTo>
                <a:cubicBezTo>
                  <a:pt x="2743826" y="0"/>
                  <a:pt x="2992156" y="39135"/>
                  <a:pt x="3225721" y="111782"/>
                </a:cubicBezTo>
                <a:lnTo>
                  <a:pt x="3421288" y="183360"/>
                </a:lnTo>
                <a:lnTo>
                  <a:pt x="3421288" y="3425371"/>
                </a:lnTo>
                <a:lnTo>
                  <a:pt x="184854" y="3425371"/>
                </a:lnTo>
                <a:lnTo>
                  <a:pt x="111781" y="3225721"/>
                </a:lnTo>
                <a:cubicBezTo>
                  <a:pt x="39135" y="2992156"/>
                  <a:pt x="0" y="2743826"/>
                  <a:pt x="0" y="2486355"/>
                </a:cubicBezTo>
                <a:cubicBezTo>
                  <a:pt x="0" y="1113179"/>
                  <a:pt x="1113179" y="0"/>
                  <a:pt x="2486355" y="0"/>
                </a:cubicBezTo>
                <a:close/>
              </a:path>
            </a:pathLst>
          </a:custGeom>
          <a:solidFill>
            <a:schemeClr val="accent2"/>
          </a:solidFill>
          <a:ln w="38100" cap="sq">
            <a:solidFill>
              <a:schemeClr val="accent2">
                <a:lumMod val="60000"/>
                <a:lumOff val="40000"/>
              </a:schemeClr>
            </a:solidFill>
            <a:miter/>
          </a:ln>
          <a:effectLst>
            <a:outerShdw blurRad="1905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flipH="1">
            <a:off x="0" y="3585030"/>
            <a:ext cx="3268888" cy="3272971"/>
          </a:xfrm>
          <a:custGeom>
            <a:avLst/>
            <a:gdLst>
              <a:gd name="connsiteX0" fmla="*/ 2333955 w 3268888"/>
              <a:gd name="connsiteY0" fmla="*/ 0 h 3272971"/>
              <a:gd name="connsiteX1" fmla="*/ 3242436 w 3268888"/>
              <a:gd name="connsiteY1" fmla="*/ 183414 h 3272971"/>
              <a:gd name="connsiteX2" fmla="*/ 3268888 w 3268888"/>
              <a:gd name="connsiteY2" fmla="*/ 196157 h 3272971"/>
              <a:gd name="connsiteX3" fmla="*/ 3268888 w 3268888"/>
              <a:gd name="connsiteY3" fmla="*/ 728720 h 3272971"/>
              <a:gd name="connsiteX4" fmla="*/ 3220174 w 3268888"/>
              <a:gd name="connsiteY4" fmla="*/ 699125 h 3272971"/>
              <a:gd name="connsiteX5" fmla="*/ 2333955 w 3268888"/>
              <a:gd name="connsiteY5" fmla="*/ 474726 h 3272971"/>
              <a:gd name="connsiteX6" fmla="*/ 474726 w 3268888"/>
              <a:gd name="connsiteY6" fmla="*/ 2333955 h 3272971"/>
              <a:gd name="connsiteX7" fmla="*/ 699125 w 3268888"/>
              <a:gd name="connsiteY7" fmla="*/ 3220174 h 3272971"/>
              <a:gd name="connsiteX8" fmla="*/ 731200 w 3268888"/>
              <a:gd name="connsiteY8" fmla="*/ 3272971 h 3272971"/>
              <a:gd name="connsiteX9" fmla="*/ 198123 w 3268888"/>
              <a:gd name="connsiteY9" fmla="*/ 3272971 h 3272971"/>
              <a:gd name="connsiteX10" fmla="*/ 183414 w 3268888"/>
              <a:gd name="connsiteY10" fmla="*/ 3242436 h 3272971"/>
              <a:gd name="connsiteX11" fmla="*/ 0 w 3268888"/>
              <a:gd name="connsiteY11" fmla="*/ 2333955 h 3272971"/>
              <a:gd name="connsiteX12" fmla="*/ 2333955 w 3268888"/>
              <a:gd name="connsiteY12" fmla="*/ 0 h 3272971"/>
            </a:gdLst>
            <a:ahLst/>
            <a:cxnLst/>
            <a:rect l="l" t="t" r="r" b="b"/>
            <a:pathLst>
              <a:path w="3268888" h="3272971">
                <a:moveTo>
                  <a:pt x="2333955" y="0"/>
                </a:moveTo>
                <a:cubicBezTo>
                  <a:pt x="2656207" y="0"/>
                  <a:pt x="2963205" y="65309"/>
                  <a:pt x="3242436" y="183414"/>
                </a:cubicBezTo>
                <a:lnTo>
                  <a:pt x="3268888" y="196157"/>
                </a:lnTo>
                <a:lnTo>
                  <a:pt x="3268888" y="728720"/>
                </a:lnTo>
                <a:lnTo>
                  <a:pt x="3220174" y="699125"/>
                </a:lnTo>
                <a:cubicBezTo>
                  <a:pt x="2956734" y="556016"/>
                  <a:pt x="2654838" y="474726"/>
                  <a:pt x="2333955" y="474726"/>
                </a:cubicBezTo>
                <a:cubicBezTo>
                  <a:pt x="1307131" y="474726"/>
                  <a:pt x="474726" y="1307131"/>
                  <a:pt x="474726" y="2333955"/>
                </a:cubicBezTo>
                <a:cubicBezTo>
                  <a:pt x="474726" y="2654838"/>
                  <a:pt x="556016" y="2956734"/>
                  <a:pt x="699125" y="3220174"/>
                </a:cubicBezTo>
                <a:lnTo>
                  <a:pt x="731200" y="3272971"/>
                </a:lnTo>
                <a:lnTo>
                  <a:pt x="198123" y="3272971"/>
                </a:lnTo>
                <a:lnTo>
                  <a:pt x="183414" y="3242436"/>
                </a:lnTo>
                <a:cubicBezTo>
                  <a:pt x="65309" y="2963205"/>
                  <a:pt x="0" y="2656207"/>
                  <a:pt x="0" y="2333955"/>
                </a:cubicBezTo>
                <a:cubicBezTo>
                  <a:pt x="0" y="1044947"/>
                  <a:pt x="1044947" y="0"/>
                  <a:pt x="2333955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flipH="1">
            <a:off x="3395747" y="3463539"/>
            <a:ext cx="2550430" cy="255043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317500" sx="102000" sy="102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flipH="1">
            <a:off x="288471" y="6473186"/>
            <a:ext cx="268882" cy="26888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flipH="1">
            <a:off x="369767" y="6553133"/>
            <a:ext cx="89170" cy="108989"/>
          </a:xfrm>
          <a:custGeom>
            <a:avLst/>
            <a:gdLst>
              <a:gd name="connsiteX0" fmla="*/ 1308571 w 1443284"/>
              <a:gd name="connsiteY0" fmla="*/ 676022 h 1764072"/>
              <a:gd name="connsiteX1" fmla="*/ 1308571 w 1443284"/>
              <a:gd name="connsiteY1" fmla="*/ 1087904 h 1764072"/>
              <a:gd name="connsiteX2" fmla="*/ 325189 w 1443284"/>
              <a:gd name="connsiteY2" fmla="*/ 1710749 h 1764072"/>
              <a:gd name="connsiteX3" fmla="*/ 0 w 1443284"/>
              <a:gd name="connsiteY3" fmla="*/ 1545550 h 1764072"/>
              <a:gd name="connsiteX4" fmla="*/ 0 w 1443284"/>
              <a:gd name="connsiteY4" fmla="*/ 218561 h 1764072"/>
              <a:gd name="connsiteX5" fmla="*/ 325189 w 1443284"/>
              <a:gd name="connsiteY5" fmla="*/ 53362 h 1764072"/>
              <a:gd name="connsiteX6" fmla="*/ 1308571 w 1443284"/>
              <a:gd name="connsiteY6" fmla="*/ 676022 h 1764072"/>
            </a:gdLst>
            <a:ahLst/>
            <a:cxnLst/>
            <a:rect l="l" t="t" r="r" b="b"/>
            <a:pathLst>
              <a:path w="1443284" h="1764072">
                <a:moveTo>
                  <a:pt x="1308571" y="676022"/>
                </a:moveTo>
                <a:cubicBezTo>
                  <a:pt x="1488281" y="789689"/>
                  <a:pt x="1488095" y="974236"/>
                  <a:pt x="1308571" y="1087904"/>
                </a:cubicBezTo>
                <a:lnTo>
                  <a:pt x="325189" y="1710749"/>
                </a:lnTo>
                <a:cubicBezTo>
                  <a:pt x="145479" y="1824417"/>
                  <a:pt x="0" y="1750375"/>
                  <a:pt x="0" y="1545550"/>
                </a:cubicBezTo>
                <a:lnTo>
                  <a:pt x="0" y="218561"/>
                </a:lnTo>
                <a:cubicBezTo>
                  <a:pt x="0" y="13551"/>
                  <a:pt x="145666" y="-60305"/>
                  <a:pt x="325189" y="53362"/>
                </a:cubicBezTo>
                <a:lnTo>
                  <a:pt x="1308571" y="676022"/>
                </a:lnTo>
                <a:close/>
              </a:path>
            </a:pathLst>
          </a:custGeom>
          <a:solidFill>
            <a:schemeClr val="accent2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flipH="1">
            <a:off x="3704257" y="5973620"/>
            <a:ext cx="196692" cy="19669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5478050" y="6147509"/>
            <a:ext cx="143917" cy="14391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flipH="1">
            <a:off x="6377020" y="2248442"/>
            <a:ext cx="220562" cy="220562"/>
          </a:xfrm>
          <a:prstGeom prst="ellipse">
            <a:avLst/>
          </a:prstGeom>
          <a:solidFill>
            <a:schemeClr val="accent1"/>
          </a:soli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>
            <a:alphaModFix/>
          </a:blip>
          <a:srcRect l="16667" r="16667"/>
          <a:stretch>
            <a:fillRect/>
          </a:stretch>
        </p:blipFill>
        <p:spPr>
          <a:xfrm flipH="1">
            <a:off x="3544736" y="3612528"/>
            <a:ext cx="2252452" cy="2252452"/>
          </a:xfrm>
          <a:custGeom>
            <a:avLst/>
            <a:gdLst>
              <a:gd name="connsiteX0" fmla="*/ 1126226 w 2252452"/>
              <a:gd name="connsiteY0" fmla="*/ 0 h 2252452"/>
              <a:gd name="connsiteX1" fmla="*/ 2252452 w 2252452"/>
              <a:gd name="connsiteY1" fmla="*/ 1126226 h 2252452"/>
              <a:gd name="connsiteX2" fmla="*/ 1126226 w 2252452"/>
              <a:gd name="connsiteY2" fmla="*/ 2252452 h 2252452"/>
              <a:gd name="connsiteX3" fmla="*/ 0 w 2252452"/>
              <a:gd name="connsiteY3" fmla="*/ 1126226 h 2252452"/>
              <a:gd name="connsiteX4" fmla="*/ 1126226 w 2252452"/>
              <a:gd name="connsiteY4" fmla="*/ 0 h 2252452"/>
            </a:gdLst>
            <a:ahLst/>
            <a:cxnLst/>
            <a:rect l="l" t="t" r="r" b="b"/>
            <a:pathLst>
              <a:path w="2252452" h="2252452">
                <a:moveTo>
                  <a:pt x="1126226" y="0"/>
                </a:moveTo>
                <a:cubicBezTo>
                  <a:pt x="1748223" y="0"/>
                  <a:pt x="2252452" y="504229"/>
                  <a:pt x="2252452" y="1126226"/>
                </a:cubicBezTo>
                <a:cubicBezTo>
                  <a:pt x="2252452" y="1748223"/>
                  <a:pt x="1748223" y="2252452"/>
                  <a:pt x="1126226" y="2252452"/>
                </a:cubicBezTo>
                <a:cubicBezTo>
                  <a:pt x="504229" y="2252452"/>
                  <a:pt x="0" y="1748223"/>
                  <a:pt x="0" y="1126226"/>
                </a:cubicBezTo>
                <a:cubicBezTo>
                  <a:pt x="0" y="504229"/>
                  <a:pt x="504229" y="0"/>
                  <a:pt x="112622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5" name="标题 1"/>
          <p:cNvSpPr txBox="1"/>
          <p:nvPr/>
        </p:nvSpPr>
        <p:spPr>
          <a:xfrm>
            <a:off x="-1248427" y="5111027"/>
            <a:ext cx="3716941" cy="120209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4EE0">
                    <a:alpha val="41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202X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flipH="1">
            <a:off x="4075134" y="6160090"/>
            <a:ext cx="545340" cy="54534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740147" flipH="1">
            <a:off x="4219204" y="6304160"/>
            <a:ext cx="257200" cy="257200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9792577" y="433887"/>
            <a:ext cx="1757307" cy="406400"/>
          </a:xfrm>
          <a:prstGeom prst="roundRect">
            <a:avLst>
              <a:gd name="adj" fmla="val 12287"/>
            </a:avLst>
          </a:prstGeom>
          <a:solidFill>
            <a:schemeClr val="accent2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7565925" y="2290570"/>
            <a:ext cx="2703140" cy="10754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3495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Part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9798762" y="987846"/>
            <a:ext cx="1772100" cy="23781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3495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03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9941115" y="546422"/>
            <a:ext cx="1460232" cy="181329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4100204">
            <a:off x="9232579" y="2742054"/>
            <a:ext cx="2240736" cy="2240736"/>
          </a:xfrm>
          <a:prstGeom prst="donut">
            <a:avLst>
              <a:gd name="adj" fmla="val 3250"/>
            </a:avLst>
          </a:prstGeom>
          <a:gradFill>
            <a:gsLst>
              <a:gs pos="0">
                <a:schemeClr val="accent1"/>
              </a:gs>
              <a:gs pos="81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4500000">
            <a:off x="5448883" y="2254193"/>
            <a:ext cx="3216458" cy="3216458"/>
          </a:xfrm>
          <a:prstGeom prst="donut">
            <a:avLst>
              <a:gd name="adj" fmla="val 2864"/>
            </a:avLst>
          </a:prstGeom>
          <a:gradFill>
            <a:gsLst>
              <a:gs pos="0">
                <a:schemeClr val="accent1"/>
              </a:gs>
              <a:gs pos="76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>
            <a:off x="3294450" y="2582262"/>
            <a:ext cx="2560320" cy="2560320"/>
          </a:xfrm>
          <a:prstGeom prst="donut">
            <a:avLst>
              <a:gd name="adj" fmla="val 3189"/>
            </a:avLst>
          </a:prstGeom>
          <a:gradFill>
            <a:gsLst>
              <a:gs pos="0">
                <a:schemeClr val="accent1"/>
              </a:gs>
              <a:gs pos="73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796954" y="3900881"/>
            <a:ext cx="11459362" cy="7550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717572" y="3850547"/>
            <a:ext cx="209724" cy="209724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513374" y="3850547"/>
            <a:ext cx="209724" cy="209724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1309176" y="3850547"/>
            <a:ext cx="209724" cy="209724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3600000">
            <a:off x="-404864" y="2125061"/>
            <a:ext cx="3474720" cy="3474720"/>
          </a:xfrm>
          <a:prstGeom prst="donut">
            <a:avLst>
              <a:gd name="adj" fmla="val 2338"/>
            </a:avLst>
          </a:prstGeom>
          <a:gradFill>
            <a:gsLst>
              <a:gs pos="0">
                <a:schemeClr val="accent1"/>
              </a:gs>
              <a:gs pos="67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2921770" y="3850547"/>
            <a:ext cx="209724" cy="209724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60400" y="4175760"/>
            <a:ext cx="2422800" cy="20599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测试覆盖率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：</a:t>
            </a:r>
            <a:r>
              <a:rPr kumimoji="1" lang="zh-CN" altLang="en-US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本地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集成测试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95%+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通过率</a:t>
            </a:r>
            <a:r>
              <a:rPr kumimoji="1" lang="zh-CN" altLang="en-US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，头歌测试 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100%</a:t>
            </a:r>
            <a:r>
              <a:rPr kumimoji="1" lang="zh-CN" altLang="en-US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通过率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。</a:t>
            </a:r>
            <a:endParaRPr kumimoji="1" lang="zh-CN" altLang="en-US" dirty="0"/>
          </a:p>
        </p:txBody>
      </p:sp>
      <p:sp>
        <p:nvSpPr>
          <p:cNvPr id="17" name="标题 1"/>
          <p:cNvSpPr txBox="1"/>
          <p:nvPr/>
        </p:nvSpPr>
        <p:spPr>
          <a:xfrm>
            <a:off x="3472300" y="4175760"/>
            <a:ext cx="2422800" cy="20599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测试框架：Google Test 单元测试 + Python 并发集成测试。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9096100" y="4175760"/>
            <a:ext cx="2422800" cy="20599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质量保证：clang- format、clang- tidy、pre- commit 检查。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284200" y="4175760"/>
            <a:ext cx="2422800" cy="20599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测试自动化：GitHub Actions 多平台并行构建。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测试体系概览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257187" y="1642245"/>
            <a:ext cx="2291728" cy="2293154"/>
          </a:xfrm>
          <a:custGeom>
            <a:avLst/>
            <a:gdLst>
              <a:gd name="T0" fmla="*/ 423 w 674"/>
              <a:gd name="T1" fmla="*/ 48 h 674"/>
              <a:gd name="T2" fmla="*/ 626 w 674"/>
              <a:gd name="T3" fmla="*/ 250 h 674"/>
              <a:gd name="T4" fmla="*/ 626 w 674"/>
              <a:gd name="T5" fmla="*/ 424 h 674"/>
              <a:gd name="T6" fmla="*/ 423 w 674"/>
              <a:gd name="T7" fmla="*/ 626 h 674"/>
              <a:gd name="T8" fmla="*/ 250 w 674"/>
              <a:gd name="T9" fmla="*/ 626 h 674"/>
              <a:gd name="T10" fmla="*/ 48 w 674"/>
              <a:gd name="T11" fmla="*/ 424 h 674"/>
              <a:gd name="T12" fmla="*/ 48 w 674"/>
              <a:gd name="T13" fmla="*/ 250 h 674"/>
              <a:gd name="T14" fmla="*/ 250 w 674"/>
              <a:gd name="T15" fmla="*/ 48 h 674"/>
              <a:gd name="T16" fmla="*/ 423 w 674"/>
              <a:gd name="T17" fmla="*/ 48 h 674"/>
            </a:gdLst>
            <a:ahLst/>
            <a:cxnLst/>
            <a:rect l="0" t="0" r="r" b="b"/>
            <a:pathLst>
              <a:path w="674" h="674">
                <a:moveTo>
                  <a:pt x="423" y="48"/>
                </a:moveTo>
                <a:cubicBezTo>
                  <a:pt x="626" y="250"/>
                  <a:pt x="626" y="250"/>
                  <a:pt x="626" y="250"/>
                </a:cubicBezTo>
                <a:cubicBezTo>
                  <a:pt x="674" y="298"/>
                  <a:pt x="674" y="376"/>
                  <a:pt x="626" y="424"/>
                </a:cubicBezTo>
                <a:cubicBezTo>
                  <a:pt x="423" y="626"/>
                  <a:pt x="423" y="626"/>
                  <a:pt x="423" y="626"/>
                </a:cubicBezTo>
                <a:cubicBezTo>
                  <a:pt x="375" y="674"/>
                  <a:pt x="298" y="674"/>
                  <a:pt x="250" y="626"/>
                </a:cubicBezTo>
                <a:cubicBezTo>
                  <a:pt x="48" y="424"/>
                  <a:pt x="48" y="424"/>
                  <a:pt x="48" y="424"/>
                </a:cubicBezTo>
                <a:cubicBezTo>
                  <a:pt x="0" y="376"/>
                  <a:pt x="0" y="298"/>
                  <a:pt x="48" y="250"/>
                </a:cubicBezTo>
                <a:cubicBezTo>
                  <a:pt x="250" y="48"/>
                  <a:pt x="250" y="48"/>
                  <a:pt x="250" y="48"/>
                </a:cubicBezTo>
                <a:cubicBezTo>
                  <a:pt x="298" y="0"/>
                  <a:pt x="375" y="0"/>
                  <a:pt x="423" y="4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0"/>
          </a:gradFill>
          <a:ln cap="sq">
            <a:noFill/>
          </a:ln>
          <a:effectLst>
            <a:outerShdw blurRad="330200" dist="241300" dir="10800000" sx="95000" sy="95000" algn="r" rotWithShape="0">
              <a:schemeClr val="accent1">
                <a:lumMod val="50000"/>
                <a:alpha val="3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103752" y="2207827"/>
            <a:ext cx="741758" cy="741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sq">
            <a:solidFill>
              <a:schemeClr val="bg1"/>
            </a:solidFill>
            <a:miter/>
          </a:ln>
          <a:effectLst>
            <a:outerShdw blurRad="787400" sx="98000" sy="98000" algn="ctr" rotWithShape="0">
              <a:schemeClr val="tx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338553">
            <a:off x="3082034" y="2222193"/>
            <a:ext cx="558993" cy="772904"/>
          </a:xfrm>
          <a:custGeom>
            <a:avLst/>
            <a:gdLst>
              <a:gd name="connsiteX0" fmla="*/ 106913 w 404361"/>
              <a:gd name="connsiteY0" fmla="*/ 0 h 631051"/>
              <a:gd name="connsiteX1" fmla="*/ 113439 w 404361"/>
              <a:gd name="connsiteY1" fmla="*/ 6498 h 631051"/>
              <a:gd name="connsiteX2" fmla="*/ 281954 w 404361"/>
              <a:gd name="connsiteY2" fmla="*/ 174288 h 631051"/>
              <a:gd name="connsiteX3" fmla="*/ 373759 w 404361"/>
              <a:gd name="connsiteY3" fmla="*/ 627857 h 631051"/>
              <a:gd name="connsiteX4" fmla="*/ 372148 w 404361"/>
              <a:gd name="connsiteY4" fmla="*/ 630923 h 631051"/>
              <a:gd name="connsiteX5" fmla="*/ 370879 w 404361"/>
              <a:gd name="connsiteY5" fmla="*/ 631051 h 631051"/>
              <a:gd name="connsiteX6" fmla="*/ 0 w 404361"/>
              <a:gd name="connsiteY6" fmla="*/ 260172 h 631051"/>
              <a:gd name="connsiteX7" fmla="*/ 63340 w 404361"/>
              <a:gd name="connsiteY7" fmla="*/ 52810 h 631051"/>
            </a:gdLst>
            <a:ahLst/>
            <a:cxnLst/>
            <a:rect l="l" t="t" r="r" b="b"/>
            <a:pathLst>
              <a:path w="404361" h="631051">
                <a:moveTo>
                  <a:pt x="106913" y="0"/>
                </a:moveTo>
                <a:lnTo>
                  <a:pt x="113439" y="6498"/>
                </a:lnTo>
                <a:cubicBezTo>
                  <a:pt x="281954" y="174288"/>
                  <a:pt x="281954" y="174288"/>
                  <a:pt x="281954" y="174288"/>
                </a:cubicBezTo>
                <a:cubicBezTo>
                  <a:pt x="404361" y="296771"/>
                  <a:pt x="434963" y="476667"/>
                  <a:pt x="373759" y="627857"/>
                </a:cubicBezTo>
                <a:lnTo>
                  <a:pt x="372148" y="630923"/>
                </a:lnTo>
                <a:lnTo>
                  <a:pt x="370879" y="631051"/>
                </a:lnTo>
                <a:cubicBezTo>
                  <a:pt x="166048" y="631051"/>
                  <a:pt x="0" y="465003"/>
                  <a:pt x="0" y="260172"/>
                </a:cubicBezTo>
                <a:cubicBezTo>
                  <a:pt x="0" y="183361"/>
                  <a:pt x="23351" y="112003"/>
                  <a:pt x="63340" y="5281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0"/>
          </a:gradFill>
          <a:ln cap="sq">
            <a:noFill/>
          </a:ln>
          <a:effectLst>
            <a:outerShdw blurRad="330200" dist="241300" dir="10800000" sx="95000" sy="95000" algn="r" rotWithShape="0">
              <a:schemeClr val="accent1">
                <a:lumMod val="50000"/>
                <a:alpha val="3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867162" y="1642245"/>
            <a:ext cx="2291728" cy="2293154"/>
          </a:xfrm>
          <a:custGeom>
            <a:avLst/>
            <a:gdLst>
              <a:gd name="T0" fmla="*/ 423 w 674"/>
              <a:gd name="T1" fmla="*/ 48 h 674"/>
              <a:gd name="T2" fmla="*/ 626 w 674"/>
              <a:gd name="T3" fmla="*/ 250 h 674"/>
              <a:gd name="T4" fmla="*/ 626 w 674"/>
              <a:gd name="T5" fmla="*/ 424 h 674"/>
              <a:gd name="T6" fmla="*/ 423 w 674"/>
              <a:gd name="T7" fmla="*/ 626 h 674"/>
              <a:gd name="T8" fmla="*/ 250 w 674"/>
              <a:gd name="T9" fmla="*/ 626 h 674"/>
              <a:gd name="T10" fmla="*/ 48 w 674"/>
              <a:gd name="T11" fmla="*/ 424 h 674"/>
              <a:gd name="T12" fmla="*/ 48 w 674"/>
              <a:gd name="T13" fmla="*/ 250 h 674"/>
              <a:gd name="T14" fmla="*/ 250 w 674"/>
              <a:gd name="T15" fmla="*/ 48 h 674"/>
              <a:gd name="T16" fmla="*/ 423 w 674"/>
              <a:gd name="T17" fmla="*/ 48 h 674"/>
            </a:gdLst>
            <a:ahLst/>
            <a:cxnLst/>
            <a:rect l="0" t="0" r="r" b="b"/>
            <a:pathLst>
              <a:path w="674" h="674">
                <a:moveTo>
                  <a:pt x="423" y="48"/>
                </a:moveTo>
                <a:cubicBezTo>
                  <a:pt x="626" y="250"/>
                  <a:pt x="626" y="250"/>
                  <a:pt x="626" y="250"/>
                </a:cubicBezTo>
                <a:cubicBezTo>
                  <a:pt x="674" y="298"/>
                  <a:pt x="674" y="376"/>
                  <a:pt x="626" y="424"/>
                </a:cubicBezTo>
                <a:cubicBezTo>
                  <a:pt x="423" y="626"/>
                  <a:pt x="423" y="626"/>
                  <a:pt x="423" y="626"/>
                </a:cubicBezTo>
                <a:cubicBezTo>
                  <a:pt x="375" y="674"/>
                  <a:pt x="298" y="674"/>
                  <a:pt x="250" y="626"/>
                </a:cubicBezTo>
                <a:cubicBezTo>
                  <a:pt x="48" y="424"/>
                  <a:pt x="48" y="424"/>
                  <a:pt x="48" y="424"/>
                </a:cubicBezTo>
                <a:cubicBezTo>
                  <a:pt x="0" y="376"/>
                  <a:pt x="0" y="298"/>
                  <a:pt x="48" y="250"/>
                </a:cubicBezTo>
                <a:cubicBezTo>
                  <a:pt x="250" y="48"/>
                  <a:pt x="250" y="48"/>
                  <a:pt x="250" y="48"/>
                </a:cubicBezTo>
                <a:cubicBezTo>
                  <a:pt x="298" y="0"/>
                  <a:pt x="375" y="0"/>
                  <a:pt x="423" y="4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13500000" scaled="0"/>
          </a:gradFill>
          <a:ln cap="sq">
            <a:noFill/>
            <a:prstDash val="solid"/>
          </a:ln>
          <a:effectLst>
            <a:outerShdw blurRad="330200" dist="241300" dir="10800000" sx="95000" sy="95000" algn="r" rotWithShape="0">
              <a:schemeClr val="accent2">
                <a:lumMod val="50000"/>
                <a:alpha val="3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713727" y="2207827"/>
            <a:ext cx="741758" cy="741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sq">
            <a:solidFill>
              <a:schemeClr val="bg1"/>
            </a:solidFill>
            <a:miter/>
          </a:ln>
          <a:effectLst>
            <a:outerShdw blurRad="787400" sx="98000" sy="98000" algn="ctr" rotWithShape="0">
              <a:schemeClr val="tx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338553">
            <a:off x="6692009" y="2222193"/>
            <a:ext cx="558993" cy="772904"/>
          </a:xfrm>
          <a:custGeom>
            <a:avLst/>
            <a:gdLst>
              <a:gd name="connsiteX0" fmla="*/ 106913 w 404361"/>
              <a:gd name="connsiteY0" fmla="*/ 0 h 631051"/>
              <a:gd name="connsiteX1" fmla="*/ 113439 w 404361"/>
              <a:gd name="connsiteY1" fmla="*/ 6498 h 631051"/>
              <a:gd name="connsiteX2" fmla="*/ 281954 w 404361"/>
              <a:gd name="connsiteY2" fmla="*/ 174288 h 631051"/>
              <a:gd name="connsiteX3" fmla="*/ 373759 w 404361"/>
              <a:gd name="connsiteY3" fmla="*/ 627857 h 631051"/>
              <a:gd name="connsiteX4" fmla="*/ 372148 w 404361"/>
              <a:gd name="connsiteY4" fmla="*/ 630923 h 631051"/>
              <a:gd name="connsiteX5" fmla="*/ 370879 w 404361"/>
              <a:gd name="connsiteY5" fmla="*/ 631051 h 631051"/>
              <a:gd name="connsiteX6" fmla="*/ 0 w 404361"/>
              <a:gd name="connsiteY6" fmla="*/ 260172 h 631051"/>
              <a:gd name="connsiteX7" fmla="*/ 63340 w 404361"/>
              <a:gd name="connsiteY7" fmla="*/ 52810 h 631051"/>
            </a:gdLst>
            <a:ahLst/>
            <a:cxnLst/>
            <a:rect l="l" t="t" r="r" b="b"/>
            <a:pathLst>
              <a:path w="404361" h="631051">
                <a:moveTo>
                  <a:pt x="106913" y="0"/>
                </a:moveTo>
                <a:lnTo>
                  <a:pt x="113439" y="6498"/>
                </a:lnTo>
                <a:cubicBezTo>
                  <a:pt x="281954" y="174288"/>
                  <a:pt x="281954" y="174288"/>
                  <a:pt x="281954" y="174288"/>
                </a:cubicBezTo>
                <a:cubicBezTo>
                  <a:pt x="404361" y="296771"/>
                  <a:pt x="434963" y="476667"/>
                  <a:pt x="373759" y="627857"/>
                </a:cubicBezTo>
                <a:lnTo>
                  <a:pt x="372148" y="630923"/>
                </a:lnTo>
                <a:lnTo>
                  <a:pt x="370879" y="631051"/>
                </a:lnTo>
                <a:cubicBezTo>
                  <a:pt x="166048" y="631051"/>
                  <a:pt x="0" y="465003"/>
                  <a:pt x="0" y="260172"/>
                </a:cubicBezTo>
                <a:cubicBezTo>
                  <a:pt x="0" y="183361"/>
                  <a:pt x="23351" y="112003"/>
                  <a:pt x="63340" y="5281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3500000" scaled="0"/>
          </a:gradFill>
          <a:ln cap="sq">
            <a:noFill/>
          </a:ln>
          <a:effectLst>
            <a:outerShdw blurRad="330200" dist="241300" dir="10800000" sx="95000" sy="95000" algn="r" rotWithShape="0">
              <a:schemeClr val="accent2">
                <a:lumMod val="50000"/>
                <a:alpha val="3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477137" y="1642245"/>
            <a:ext cx="2291728" cy="2293154"/>
          </a:xfrm>
          <a:custGeom>
            <a:avLst/>
            <a:gdLst>
              <a:gd name="T0" fmla="*/ 423 w 674"/>
              <a:gd name="T1" fmla="*/ 48 h 674"/>
              <a:gd name="T2" fmla="*/ 626 w 674"/>
              <a:gd name="T3" fmla="*/ 250 h 674"/>
              <a:gd name="T4" fmla="*/ 626 w 674"/>
              <a:gd name="T5" fmla="*/ 424 h 674"/>
              <a:gd name="T6" fmla="*/ 423 w 674"/>
              <a:gd name="T7" fmla="*/ 626 h 674"/>
              <a:gd name="T8" fmla="*/ 250 w 674"/>
              <a:gd name="T9" fmla="*/ 626 h 674"/>
              <a:gd name="T10" fmla="*/ 48 w 674"/>
              <a:gd name="T11" fmla="*/ 424 h 674"/>
              <a:gd name="T12" fmla="*/ 48 w 674"/>
              <a:gd name="T13" fmla="*/ 250 h 674"/>
              <a:gd name="T14" fmla="*/ 250 w 674"/>
              <a:gd name="T15" fmla="*/ 48 h 674"/>
              <a:gd name="T16" fmla="*/ 423 w 674"/>
              <a:gd name="T17" fmla="*/ 48 h 674"/>
            </a:gdLst>
            <a:ahLst/>
            <a:cxnLst/>
            <a:rect l="0" t="0" r="r" b="b"/>
            <a:pathLst>
              <a:path w="674" h="674">
                <a:moveTo>
                  <a:pt x="423" y="48"/>
                </a:moveTo>
                <a:cubicBezTo>
                  <a:pt x="626" y="250"/>
                  <a:pt x="626" y="250"/>
                  <a:pt x="626" y="250"/>
                </a:cubicBezTo>
                <a:cubicBezTo>
                  <a:pt x="674" y="298"/>
                  <a:pt x="674" y="376"/>
                  <a:pt x="626" y="424"/>
                </a:cubicBezTo>
                <a:cubicBezTo>
                  <a:pt x="423" y="626"/>
                  <a:pt x="423" y="626"/>
                  <a:pt x="423" y="626"/>
                </a:cubicBezTo>
                <a:cubicBezTo>
                  <a:pt x="375" y="674"/>
                  <a:pt x="298" y="674"/>
                  <a:pt x="250" y="626"/>
                </a:cubicBezTo>
                <a:cubicBezTo>
                  <a:pt x="48" y="424"/>
                  <a:pt x="48" y="424"/>
                  <a:pt x="48" y="424"/>
                </a:cubicBezTo>
                <a:cubicBezTo>
                  <a:pt x="0" y="376"/>
                  <a:pt x="0" y="298"/>
                  <a:pt x="48" y="250"/>
                </a:cubicBezTo>
                <a:cubicBezTo>
                  <a:pt x="250" y="48"/>
                  <a:pt x="250" y="48"/>
                  <a:pt x="250" y="48"/>
                </a:cubicBezTo>
                <a:cubicBezTo>
                  <a:pt x="298" y="0"/>
                  <a:pt x="375" y="0"/>
                  <a:pt x="423" y="48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80000"/>
                  <a:lumOff val="20000"/>
                </a:schemeClr>
              </a:gs>
            </a:gsLst>
            <a:lin ang="13500000" scaled="0"/>
          </a:gradFill>
          <a:ln cap="sq">
            <a:noFill/>
            <a:prstDash val="solid"/>
          </a:ln>
          <a:effectLst>
            <a:outerShdw blurRad="330200" dist="241300" dir="10800000" sx="95000" sy="95000" algn="r" rotWithShape="0">
              <a:schemeClr val="accent3">
                <a:lumMod val="50000"/>
                <a:alpha val="3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323702" y="2207827"/>
            <a:ext cx="741758" cy="741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ap="sq">
            <a:solidFill>
              <a:schemeClr val="bg1"/>
            </a:solidFill>
            <a:miter/>
          </a:ln>
          <a:effectLst>
            <a:outerShdw blurRad="787400" sx="98000" sy="98000" algn="ctr" rotWithShape="0">
              <a:schemeClr val="tx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338553">
            <a:off x="10301984" y="2222193"/>
            <a:ext cx="558993" cy="772904"/>
          </a:xfrm>
          <a:custGeom>
            <a:avLst/>
            <a:gdLst>
              <a:gd name="connsiteX0" fmla="*/ 106913 w 404361"/>
              <a:gd name="connsiteY0" fmla="*/ 0 h 631051"/>
              <a:gd name="connsiteX1" fmla="*/ 113439 w 404361"/>
              <a:gd name="connsiteY1" fmla="*/ 6498 h 631051"/>
              <a:gd name="connsiteX2" fmla="*/ 281954 w 404361"/>
              <a:gd name="connsiteY2" fmla="*/ 174288 h 631051"/>
              <a:gd name="connsiteX3" fmla="*/ 373759 w 404361"/>
              <a:gd name="connsiteY3" fmla="*/ 627857 h 631051"/>
              <a:gd name="connsiteX4" fmla="*/ 372148 w 404361"/>
              <a:gd name="connsiteY4" fmla="*/ 630923 h 631051"/>
              <a:gd name="connsiteX5" fmla="*/ 370879 w 404361"/>
              <a:gd name="connsiteY5" fmla="*/ 631051 h 631051"/>
              <a:gd name="connsiteX6" fmla="*/ 0 w 404361"/>
              <a:gd name="connsiteY6" fmla="*/ 260172 h 631051"/>
              <a:gd name="connsiteX7" fmla="*/ 63340 w 404361"/>
              <a:gd name="connsiteY7" fmla="*/ 52810 h 631051"/>
            </a:gdLst>
            <a:ahLst/>
            <a:cxnLst/>
            <a:rect l="l" t="t" r="r" b="b"/>
            <a:pathLst>
              <a:path w="404361" h="631051">
                <a:moveTo>
                  <a:pt x="106913" y="0"/>
                </a:moveTo>
                <a:lnTo>
                  <a:pt x="113439" y="6498"/>
                </a:lnTo>
                <a:cubicBezTo>
                  <a:pt x="281954" y="174288"/>
                  <a:pt x="281954" y="174288"/>
                  <a:pt x="281954" y="174288"/>
                </a:cubicBezTo>
                <a:cubicBezTo>
                  <a:pt x="404361" y="296771"/>
                  <a:pt x="434963" y="476667"/>
                  <a:pt x="373759" y="627857"/>
                </a:cubicBezTo>
                <a:lnTo>
                  <a:pt x="372148" y="630923"/>
                </a:lnTo>
                <a:lnTo>
                  <a:pt x="370879" y="631051"/>
                </a:lnTo>
                <a:cubicBezTo>
                  <a:pt x="166048" y="631051"/>
                  <a:pt x="0" y="465003"/>
                  <a:pt x="0" y="260172"/>
                </a:cubicBezTo>
                <a:cubicBezTo>
                  <a:pt x="0" y="183361"/>
                  <a:pt x="23351" y="112003"/>
                  <a:pt x="63340" y="5281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3500000" scaled="0"/>
          </a:gradFill>
          <a:ln cap="sq">
            <a:noFill/>
          </a:ln>
          <a:effectLst>
            <a:outerShdw blurRad="330200" dist="241300" dir="10800000" sx="95000" sy="95000" algn="r" rotWithShape="0">
              <a:schemeClr val="accent3">
                <a:lumMod val="50000"/>
                <a:alpha val="3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139674" y="4161093"/>
            <a:ext cx="2472682" cy="171646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支持平台：6 种平台组合（3 个操作系统 × 2 种架构）。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743775" y="4161093"/>
            <a:ext cx="2472682" cy="171646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CI/CD 集成：GitHub Actions 自动化构建、测试、发布。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8386660" y="4161094"/>
            <a:ext cx="2472682" cy="167982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头歌平台测试：基于头歌平台测试数据集，通过率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 100%。</a:t>
            </a:r>
            <a:endParaRPr kumimoji="1" lang="zh-CN" altLang="en-US" dirty="0"/>
          </a:p>
        </p:txBody>
      </p:sp>
      <p:sp>
        <p:nvSpPr>
          <p:cNvPr id="19" name="标题 1"/>
          <p:cNvSpPr txBox="1"/>
          <p:nvPr/>
        </p:nvSpPr>
        <p:spPr>
          <a:xfrm>
            <a:off x="1444474" y="2116393"/>
            <a:ext cx="1736082" cy="131006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5114774" y="2116393"/>
            <a:ext cx="1736082" cy="131006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8759674" y="2116393"/>
            <a:ext cx="1736082" cy="131006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03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头歌平台测试情况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60400" y="1240222"/>
            <a:ext cx="3312509" cy="3878316"/>
            <a:chOff x="660400" y="1240222"/>
            <a:chExt cx="3312509" cy="3878316"/>
          </a:xfrm>
        </p:grpSpPr>
        <p:sp>
          <p:nvSpPr>
            <p:cNvPr id="8" name="标题 1"/>
            <p:cNvSpPr txBox="1"/>
            <p:nvPr/>
          </p:nvSpPr>
          <p:spPr>
            <a:xfrm flipV="1">
              <a:off x="744481" y="1300194"/>
              <a:ext cx="3228428" cy="3818344"/>
            </a:xfrm>
            <a:custGeom>
              <a:avLst/>
              <a:gdLst>
                <a:gd name="connsiteX0" fmla="*/ 117612 w 3228428"/>
                <a:gd name="connsiteY0" fmla="*/ 4014952 h 4014952"/>
                <a:gd name="connsiteX1" fmla="*/ 3110816 w 3228428"/>
                <a:gd name="connsiteY1" fmla="*/ 4014952 h 4014952"/>
                <a:gd name="connsiteX2" fmla="*/ 3228428 w 3228428"/>
                <a:gd name="connsiteY2" fmla="*/ 3897340 h 4014952"/>
                <a:gd name="connsiteX3" fmla="*/ 3228428 w 3228428"/>
                <a:gd name="connsiteY3" fmla="*/ 474964 h 4014952"/>
                <a:gd name="connsiteX4" fmla="*/ 3110816 w 3228428"/>
                <a:gd name="connsiteY4" fmla="*/ 357352 h 4014952"/>
                <a:gd name="connsiteX5" fmla="*/ 1932683 w 3228428"/>
                <a:gd name="connsiteY5" fmla="*/ 357352 h 4014952"/>
                <a:gd name="connsiteX6" fmla="*/ 1614214 w 3228428"/>
                <a:gd name="connsiteY6" fmla="*/ 0 h 4014952"/>
                <a:gd name="connsiteX7" fmla="*/ 1295746 w 3228428"/>
                <a:gd name="connsiteY7" fmla="*/ 357352 h 4014952"/>
                <a:gd name="connsiteX8" fmla="*/ 117612 w 3228428"/>
                <a:gd name="connsiteY8" fmla="*/ 357352 h 4014952"/>
                <a:gd name="connsiteX9" fmla="*/ 0 w 3228428"/>
                <a:gd name="connsiteY9" fmla="*/ 474964 h 4014952"/>
                <a:gd name="connsiteX10" fmla="*/ 0 w 3228428"/>
                <a:gd name="connsiteY10" fmla="*/ 3897340 h 4014952"/>
                <a:gd name="connsiteX11" fmla="*/ 117612 w 3228428"/>
                <a:gd name="connsiteY11" fmla="*/ 4014952 h 4014952"/>
              </a:gdLst>
              <a:ahLst/>
              <a:cxnLst/>
              <a:rect l="l" t="t" r="r" b="b"/>
              <a:pathLst>
                <a:path w="3228428" h="4014952">
                  <a:moveTo>
                    <a:pt x="117612" y="4014952"/>
                  </a:moveTo>
                  <a:lnTo>
                    <a:pt x="3110816" y="4014952"/>
                  </a:lnTo>
                  <a:cubicBezTo>
                    <a:pt x="3175771" y="4014952"/>
                    <a:pt x="3228428" y="3962295"/>
                    <a:pt x="3228428" y="3897340"/>
                  </a:cubicBezTo>
                  <a:lnTo>
                    <a:pt x="3228428" y="474964"/>
                  </a:lnTo>
                  <a:cubicBezTo>
                    <a:pt x="3228428" y="410009"/>
                    <a:pt x="3175771" y="357352"/>
                    <a:pt x="3110816" y="357352"/>
                  </a:cubicBezTo>
                  <a:lnTo>
                    <a:pt x="1932683" y="357352"/>
                  </a:lnTo>
                  <a:lnTo>
                    <a:pt x="1614214" y="0"/>
                  </a:lnTo>
                  <a:lnTo>
                    <a:pt x="1295746" y="357352"/>
                  </a:lnTo>
                  <a:lnTo>
                    <a:pt x="117612" y="357352"/>
                  </a:lnTo>
                  <a:cubicBezTo>
                    <a:pt x="52657" y="357352"/>
                    <a:pt x="0" y="410009"/>
                    <a:pt x="0" y="474964"/>
                  </a:cubicBezTo>
                  <a:lnTo>
                    <a:pt x="0" y="3897340"/>
                  </a:lnTo>
                  <a:cubicBezTo>
                    <a:pt x="0" y="3962295"/>
                    <a:pt x="52657" y="4014952"/>
                    <a:pt x="117612" y="4014952"/>
                  </a:cubicBezTo>
                  <a:close/>
                </a:path>
              </a:pathLst>
            </a:cu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/>
            <p:cNvSpPr txBox="1"/>
            <p:nvPr/>
          </p:nvSpPr>
          <p:spPr>
            <a:xfrm flipV="1">
              <a:off x="660400" y="1240222"/>
              <a:ext cx="3228428" cy="3818344"/>
            </a:xfrm>
            <a:custGeom>
              <a:avLst/>
              <a:gdLst>
                <a:gd name="connsiteX0" fmla="*/ 117612 w 3228428"/>
                <a:gd name="connsiteY0" fmla="*/ 4014952 h 4014952"/>
                <a:gd name="connsiteX1" fmla="*/ 3110816 w 3228428"/>
                <a:gd name="connsiteY1" fmla="*/ 4014952 h 4014952"/>
                <a:gd name="connsiteX2" fmla="*/ 3228428 w 3228428"/>
                <a:gd name="connsiteY2" fmla="*/ 3897340 h 4014952"/>
                <a:gd name="connsiteX3" fmla="*/ 3228428 w 3228428"/>
                <a:gd name="connsiteY3" fmla="*/ 474964 h 4014952"/>
                <a:gd name="connsiteX4" fmla="*/ 3110816 w 3228428"/>
                <a:gd name="connsiteY4" fmla="*/ 357352 h 4014952"/>
                <a:gd name="connsiteX5" fmla="*/ 1932683 w 3228428"/>
                <a:gd name="connsiteY5" fmla="*/ 357352 h 4014952"/>
                <a:gd name="connsiteX6" fmla="*/ 1614214 w 3228428"/>
                <a:gd name="connsiteY6" fmla="*/ 0 h 4014952"/>
                <a:gd name="connsiteX7" fmla="*/ 1295746 w 3228428"/>
                <a:gd name="connsiteY7" fmla="*/ 357352 h 4014952"/>
                <a:gd name="connsiteX8" fmla="*/ 117612 w 3228428"/>
                <a:gd name="connsiteY8" fmla="*/ 357352 h 4014952"/>
                <a:gd name="connsiteX9" fmla="*/ 0 w 3228428"/>
                <a:gd name="connsiteY9" fmla="*/ 474964 h 4014952"/>
                <a:gd name="connsiteX10" fmla="*/ 0 w 3228428"/>
                <a:gd name="connsiteY10" fmla="*/ 3897340 h 4014952"/>
                <a:gd name="connsiteX11" fmla="*/ 117612 w 3228428"/>
                <a:gd name="connsiteY11" fmla="*/ 4014952 h 4014952"/>
              </a:gdLst>
              <a:ahLst/>
              <a:cxnLst/>
              <a:rect l="l" t="t" r="r" b="b"/>
              <a:pathLst>
                <a:path w="3228428" h="4014952">
                  <a:moveTo>
                    <a:pt x="117612" y="4014952"/>
                  </a:moveTo>
                  <a:lnTo>
                    <a:pt x="3110816" y="4014952"/>
                  </a:lnTo>
                  <a:cubicBezTo>
                    <a:pt x="3175771" y="4014952"/>
                    <a:pt x="3228428" y="3962295"/>
                    <a:pt x="3228428" y="3897340"/>
                  </a:cubicBezTo>
                  <a:lnTo>
                    <a:pt x="3228428" y="474964"/>
                  </a:lnTo>
                  <a:cubicBezTo>
                    <a:pt x="3228428" y="410009"/>
                    <a:pt x="3175771" y="357352"/>
                    <a:pt x="3110816" y="357352"/>
                  </a:cubicBezTo>
                  <a:lnTo>
                    <a:pt x="1932683" y="357352"/>
                  </a:lnTo>
                  <a:lnTo>
                    <a:pt x="1614214" y="0"/>
                  </a:lnTo>
                  <a:lnTo>
                    <a:pt x="1295746" y="357352"/>
                  </a:lnTo>
                  <a:lnTo>
                    <a:pt x="117612" y="357352"/>
                  </a:lnTo>
                  <a:cubicBezTo>
                    <a:pt x="52657" y="357352"/>
                    <a:pt x="0" y="410009"/>
                    <a:pt x="0" y="474964"/>
                  </a:cubicBezTo>
                  <a:lnTo>
                    <a:pt x="0" y="3897340"/>
                  </a:lnTo>
                  <a:cubicBezTo>
                    <a:pt x="0" y="3962295"/>
                    <a:pt x="52657" y="4014952"/>
                    <a:pt x="117612" y="4014952"/>
                  </a:cubicBezTo>
                  <a:close/>
                </a:path>
              </a:pathLst>
            </a:custGeom>
            <a:solidFill>
              <a:schemeClr val="bg1"/>
            </a:solidFill>
            <a:ln w="12700" cap="sq">
              <a:solidFill>
                <a:schemeClr val="accent1">
                  <a:shade val="50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0" name="标题 1"/>
          <p:cNvSpPr txBox="1"/>
          <p:nvPr/>
        </p:nvSpPr>
        <p:spPr>
          <a:xfrm>
            <a:off x="870719" y="1380162"/>
            <a:ext cx="2807791" cy="80182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45720" rIns="36000" bIns="4572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29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01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70719" y="2272332"/>
            <a:ext cx="2807791" cy="199896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单元测试：使用 Google Test 框架，重点测试符号表等核心模块。</a:t>
            </a:r>
            <a:endParaRPr kumimoji="1"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4439747" y="1240222"/>
            <a:ext cx="3312509" cy="3878316"/>
            <a:chOff x="4439747" y="1240222"/>
            <a:chExt cx="3312509" cy="3878316"/>
          </a:xfrm>
        </p:grpSpPr>
        <p:sp>
          <p:nvSpPr>
            <p:cNvPr id="13" name="标题 1"/>
            <p:cNvSpPr txBox="1"/>
            <p:nvPr/>
          </p:nvSpPr>
          <p:spPr>
            <a:xfrm flipV="1">
              <a:off x="4523828" y="1300194"/>
              <a:ext cx="3228428" cy="3818344"/>
            </a:xfrm>
            <a:custGeom>
              <a:avLst/>
              <a:gdLst>
                <a:gd name="connsiteX0" fmla="*/ 117612 w 3228428"/>
                <a:gd name="connsiteY0" fmla="*/ 4014952 h 4014952"/>
                <a:gd name="connsiteX1" fmla="*/ 3110816 w 3228428"/>
                <a:gd name="connsiteY1" fmla="*/ 4014952 h 4014952"/>
                <a:gd name="connsiteX2" fmla="*/ 3228428 w 3228428"/>
                <a:gd name="connsiteY2" fmla="*/ 3897340 h 4014952"/>
                <a:gd name="connsiteX3" fmla="*/ 3228428 w 3228428"/>
                <a:gd name="connsiteY3" fmla="*/ 474964 h 4014952"/>
                <a:gd name="connsiteX4" fmla="*/ 3110816 w 3228428"/>
                <a:gd name="connsiteY4" fmla="*/ 357352 h 4014952"/>
                <a:gd name="connsiteX5" fmla="*/ 1932683 w 3228428"/>
                <a:gd name="connsiteY5" fmla="*/ 357352 h 4014952"/>
                <a:gd name="connsiteX6" fmla="*/ 1614214 w 3228428"/>
                <a:gd name="connsiteY6" fmla="*/ 0 h 4014952"/>
                <a:gd name="connsiteX7" fmla="*/ 1295746 w 3228428"/>
                <a:gd name="connsiteY7" fmla="*/ 357352 h 4014952"/>
                <a:gd name="connsiteX8" fmla="*/ 117612 w 3228428"/>
                <a:gd name="connsiteY8" fmla="*/ 357352 h 4014952"/>
                <a:gd name="connsiteX9" fmla="*/ 0 w 3228428"/>
                <a:gd name="connsiteY9" fmla="*/ 474964 h 4014952"/>
                <a:gd name="connsiteX10" fmla="*/ 0 w 3228428"/>
                <a:gd name="connsiteY10" fmla="*/ 3897340 h 4014952"/>
                <a:gd name="connsiteX11" fmla="*/ 117612 w 3228428"/>
                <a:gd name="connsiteY11" fmla="*/ 4014952 h 4014952"/>
              </a:gdLst>
              <a:ahLst/>
              <a:cxnLst/>
              <a:rect l="l" t="t" r="r" b="b"/>
              <a:pathLst>
                <a:path w="3228428" h="4014952">
                  <a:moveTo>
                    <a:pt x="117612" y="4014952"/>
                  </a:moveTo>
                  <a:lnTo>
                    <a:pt x="3110816" y="4014952"/>
                  </a:lnTo>
                  <a:cubicBezTo>
                    <a:pt x="3175771" y="4014952"/>
                    <a:pt x="3228428" y="3962295"/>
                    <a:pt x="3228428" y="3897340"/>
                  </a:cubicBezTo>
                  <a:lnTo>
                    <a:pt x="3228428" y="474964"/>
                  </a:lnTo>
                  <a:cubicBezTo>
                    <a:pt x="3228428" y="410009"/>
                    <a:pt x="3175771" y="357352"/>
                    <a:pt x="3110816" y="357352"/>
                  </a:cubicBezTo>
                  <a:lnTo>
                    <a:pt x="1932683" y="357352"/>
                  </a:lnTo>
                  <a:lnTo>
                    <a:pt x="1614214" y="0"/>
                  </a:lnTo>
                  <a:lnTo>
                    <a:pt x="1295746" y="357352"/>
                  </a:lnTo>
                  <a:lnTo>
                    <a:pt x="117612" y="357352"/>
                  </a:lnTo>
                  <a:cubicBezTo>
                    <a:pt x="52657" y="357352"/>
                    <a:pt x="0" y="410009"/>
                    <a:pt x="0" y="474964"/>
                  </a:cubicBezTo>
                  <a:lnTo>
                    <a:pt x="0" y="3897340"/>
                  </a:lnTo>
                  <a:cubicBezTo>
                    <a:pt x="0" y="3962295"/>
                    <a:pt x="52657" y="4014952"/>
                    <a:pt x="117612" y="4014952"/>
                  </a:cubicBezTo>
                  <a:close/>
                </a:path>
              </a:pathLst>
            </a:cu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 flipV="1">
              <a:off x="4439747" y="1240222"/>
              <a:ext cx="3228428" cy="3818344"/>
            </a:xfrm>
            <a:custGeom>
              <a:avLst/>
              <a:gdLst>
                <a:gd name="connsiteX0" fmla="*/ 117612 w 3228428"/>
                <a:gd name="connsiteY0" fmla="*/ 4014952 h 4014952"/>
                <a:gd name="connsiteX1" fmla="*/ 3110816 w 3228428"/>
                <a:gd name="connsiteY1" fmla="*/ 4014952 h 4014952"/>
                <a:gd name="connsiteX2" fmla="*/ 3228428 w 3228428"/>
                <a:gd name="connsiteY2" fmla="*/ 3897340 h 4014952"/>
                <a:gd name="connsiteX3" fmla="*/ 3228428 w 3228428"/>
                <a:gd name="connsiteY3" fmla="*/ 474964 h 4014952"/>
                <a:gd name="connsiteX4" fmla="*/ 3110816 w 3228428"/>
                <a:gd name="connsiteY4" fmla="*/ 357352 h 4014952"/>
                <a:gd name="connsiteX5" fmla="*/ 1932683 w 3228428"/>
                <a:gd name="connsiteY5" fmla="*/ 357352 h 4014952"/>
                <a:gd name="connsiteX6" fmla="*/ 1614214 w 3228428"/>
                <a:gd name="connsiteY6" fmla="*/ 0 h 4014952"/>
                <a:gd name="connsiteX7" fmla="*/ 1295746 w 3228428"/>
                <a:gd name="connsiteY7" fmla="*/ 357352 h 4014952"/>
                <a:gd name="connsiteX8" fmla="*/ 117612 w 3228428"/>
                <a:gd name="connsiteY8" fmla="*/ 357352 h 4014952"/>
                <a:gd name="connsiteX9" fmla="*/ 0 w 3228428"/>
                <a:gd name="connsiteY9" fmla="*/ 474964 h 4014952"/>
                <a:gd name="connsiteX10" fmla="*/ 0 w 3228428"/>
                <a:gd name="connsiteY10" fmla="*/ 3897340 h 4014952"/>
                <a:gd name="connsiteX11" fmla="*/ 117612 w 3228428"/>
                <a:gd name="connsiteY11" fmla="*/ 4014952 h 4014952"/>
              </a:gdLst>
              <a:ahLst/>
              <a:cxnLst/>
              <a:rect l="l" t="t" r="r" b="b"/>
              <a:pathLst>
                <a:path w="3228428" h="4014952">
                  <a:moveTo>
                    <a:pt x="117612" y="4014952"/>
                  </a:moveTo>
                  <a:lnTo>
                    <a:pt x="3110816" y="4014952"/>
                  </a:lnTo>
                  <a:cubicBezTo>
                    <a:pt x="3175771" y="4014952"/>
                    <a:pt x="3228428" y="3962295"/>
                    <a:pt x="3228428" y="3897340"/>
                  </a:cubicBezTo>
                  <a:lnTo>
                    <a:pt x="3228428" y="474964"/>
                  </a:lnTo>
                  <a:cubicBezTo>
                    <a:pt x="3228428" y="410009"/>
                    <a:pt x="3175771" y="357352"/>
                    <a:pt x="3110816" y="357352"/>
                  </a:cubicBezTo>
                  <a:lnTo>
                    <a:pt x="1932683" y="357352"/>
                  </a:lnTo>
                  <a:lnTo>
                    <a:pt x="1614214" y="0"/>
                  </a:lnTo>
                  <a:lnTo>
                    <a:pt x="1295746" y="357352"/>
                  </a:lnTo>
                  <a:lnTo>
                    <a:pt x="117612" y="357352"/>
                  </a:lnTo>
                  <a:cubicBezTo>
                    <a:pt x="52657" y="357352"/>
                    <a:pt x="0" y="410009"/>
                    <a:pt x="0" y="474964"/>
                  </a:cubicBezTo>
                  <a:lnTo>
                    <a:pt x="0" y="3897340"/>
                  </a:lnTo>
                  <a:cubicBezTo>
                    <a:pt x="0" y="3962295"/>
                    <a:pt x="52657" y="4014952"/>
                    <a:pt x="117612" y="4014952"/>
                  </a:cubicBezTo>
                  <a:close/>
                </a:path>
              </a:pathLst>
            </a:custGeom>
            <a:solidFill>
              <a:schemeClr val="bg1"/>
            </a:solidFill>
            <a:ln w="12700" cap="sq">
              <a:solidFill>
                <a:schemeClr val="accent1">
                  <a:shade val="50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5" name="标题 1"/>
          <p:cNvSpPr txBox="1"/>
          <p:nvPr/>
        </p:nvSpPr>
        <p:spPr>
          <a:xfrm>
            <a:off x="4650066" y="1380162"/>
            <a:ext cx="2807791" cy="80182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45720" rIns="36000" bIns="4572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29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02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650066" y="2272332"/>
            <a:ext cx="2807791" cy="199896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集成测试：基于头歌平台测试数据集，Python 多进程并发测试框架。</a:t>
            </a:r>
            <a:endParaRPr kumimoji="1"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8219093" y="1240222"/>
            <a:ext cx="3312509" cy="3878316"/>
            <a:chOff x="8219093" y="1240222"/>
            <a:chExt cx="3312509" cy="3878316"/>
          </a:xfrm>
        </p:grpSpPr>
        <p:sp>
          <p:nvSpPr>
            <p:cNvPr id="18" name="标题 1"/>
            <p:cNvSpPr txBox="1"/>
            <p:nvPr/>
          </p:nvSpPr>
          <p:spPr>
            <a:xfrm flipV="1">
              <a:off x="8303174" y="1300194"/>
              <a:ext cx="3228428" cy="3818344"/>
            </a:xfrm>
            <a:custGeom>
              <a:avLst/>
              <a:gdLst>
                <a:gd name="connsiteX0" fmla="*/ 117612 w 3228428"/>
                <a:gd name="connsiteY0" fmla="*/ 4014952 h 4014952"/>
                <a:gd name="connsiteX1" fmla="*/ 3110816 w 3228428"/>
                <a:gd name="connsiteY1" fmla="*/ 4014952 h 4014952"/>
                <a:gd name="connsiteX2" fmla="*/ 3228428 w 3228428"/>
                <a:gd name="connsiteY2" fmla="*/ 3897340 h 4014952"/>
                <a:gd name="connsiteX3" fmla="*/ 3228428 w 3228428"/>
                <a:gd name="connsiteY3" fmla="*/ 474964 h 4014952"/>
                <a:gd name="connsiteX4" fmla="*/ 3110816 w 3228428"/>
                <a:gd name="connsiteY4" fmla="*/ 357352 h 4014952"/>
                <a:gd name="connsiteX5" fmla="*/ 1932683 w 3228428"/>
                <a:gd name="connsiteY5" fmla="*/ 357352 h 4014952"/>
                <a:gd name="connsiteX6" fmla="*/ 1614214 w 3228428"/>
                <a:gd name="connsiteY6" fmla="*/ 0 h 4014952"/>
                <a:gd name="connsiteX7" fmla="*/ 1295746 w 3228428"/>
                <a:gd name="connsiteY7" fmla="*/ 357352 h 4014952"/>
                <a:gd name="connsiteX8" fmla="*/ 117612 w 3228428"/>
                <a:gd name="connsiteY8" fmla="*/ 357352 h 4014952"/>
                <a:gd name="connsiteX9" fmla="*/ 0 w 3228428"/>
                <a:gd name="connsiteY9" fmla="*/ 474964 h 4014952"/>
                <a:gd name="connsiteX10" fmla="*/ 0 w 3228428"/>
                <a:gd name="connsiteY10" fmla="*/ 3897340 h 4014952"/>
                <a:gd name="connsiteX11" fmla="*/ 117612 w 3228428"/>
                <a:gd name="connsiteY11" fmla="*/ 4014952 h 4014952"/>
              </a:gdLst>
              <a:ahLst/>
              <a:cxnLst/>
              <a:rect l="l" t="t" r="r" b="b"/>
              <a:pathLst>
                <a:path w="3228428" h="4014952">
                  <a:moveTo>
                    <a:pt x="117612" y="4014952"/>
                  </a:moveTo>
                  <a:lnTo>
                    <a:pt x="3110816" y="4014952"/>
                  </a:lnTo>
                  <a:cubicBezTo>
                    <a:pt x="3175771" y="4014952"/>
                    <a:pt x="3228428" y="3962295"/>
                    <a:pt x="3228428" y="3897340"/>
                  </a:cubicBezTo>
                  <a:lnTo>
                    <a:pt x="3228428" y="474964"/>
                  </a:lnTo>
                  <a:cubicBezTo>
                    <a:pt x="3228428" y="410009"/>
                    <a:pt x="3175771" y="357352"/>
                    <a:pt x="3110816" y="357352"/>
                  </a:cubicBezTo>
                  <a:lnTo>
                    <a:pt x="1932683" y="357352"/>
                  </a:lnTo>
                  <a:lnTo>
                    <a:pt x="1614214" y="0"/>
                  </a:lnTo>
                  <a:lnTo>
                    <a:pt x="1295746" y="357352"/>
                  </a:lnTo>
                  <a:lnTo>
                    <a:pt x="117612" y="357352"/>
                  </a:lnTo>
                  <a:cubicBezTo>
                    <a:pt x="52657" y="357352"/>
                    <a:pt x="0" y="410009"/>
                    <a:pt x="0" y="474964"/>
                  </a:cubicBezTo>
                  <a:lnTo>
                    <a:pt x="0" y="3897340"/>
                  </a:lnTo>
                  <a:cubicBezTo>
                    <a:pt x="0" y="3962295"/>
                    <a:pt x="52657" y="4014952"/>
                    <a:pt x="117612" y="4014952"/>
                  </a:cubicBezTo>
                  <a:close/>
                </a:path>
              </a:pathLst>
            </a:cu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V="1">
              <a:off x="8219093" y="1240222"/>
              <a:ext cx="3228428" cy="3818344"/>
            </a:xfrm>
            <a:custGeom>
              <a:avLst/>
              <a:gdLst>
                <a:gd name="connsiteX0" fmla="*/ 117612 w 3228428"/>
                <a:gd name="connsiteY0" fmla="*/ 4014952 h 4014952"/>
                <a:gd name="connsiteX1" fmla="*/ 3110816 w 3228428"/>
                <a:gd name="connsiteY1" fmla="*/ 4014952 h 4014952"/>
                <a:gd name="connsiteX2" fmla="*/ 3228428 w 3228428"/>
                <a:gd name="connsiteY2" fmla="*/ 3897340 h 4014952"/>
                <a:gd name="connsiteX3" fmla="*/ 3228428 w 3228428"/>
                <a:gd name="connsiteY3" fmla="*/ 474964 h 4014952"/>
                <a:gd name="connsiteX4" fmla="*/ 3110816 w 3228428"/>
                <a:gd name="connsiteY4" fmla="*/ 357352 h 4014952"/>
                <a:gd name="connsiteX5" fmla="*/ 1932683 w 3228428"/>
                <a:gd name="connsiteY5" fmla="*/ 357352 h 4014952"/>
                <a:gd name="connsiteX6" fmla="*/ 1614214 w 3228428"/>
                <a:gd name="connsiteY6" fmla="*/ 0 h 4014952"/>
                <a:gd name="connsiteX7" fmla="*/ 1295746 w 3228428"/>
                <a:gd name="connsiteY7" fmla="*/ 357352 h 4014952"/>
                <a:gd name="connsiteX8" fmla="*/ 117612 w 3228428"/>
                <a:gd name="connsiteY8" fmla="*/ 357352 h 4014952"/>
                <a:gd name="connsiteX9" fmla="*/ 0 w 3228428"/>
                <a:gd name="connsiteY9" fmla="*/ 474964 h 4014952"/>
                <a:gd name="connsiteX10" fmla="*/ 0 w 3228428"/>
                <a:gd name="connsiteY10" fmla="*/ 3897340 h 4014952"/>
                <a:gd name="connsiteX11" fmla="*/ 117612 w 3228428"/>
                <a:gd name="connsiteY11" fmla="*/ 4014952 h 4014952"/>
              </a:gdLst>
              <a:ahLst/>
              <a:cxnLst/>
              <a:rect l="l" t="t" r="r" b="b"/>
              <a:pathLst>
                <a:path w="3228428" h="4014952">
                  <a:moveTo>
                    <a:pt x="117612" y="4014952"/>
                  </a:moveTo>
                  <a:lnTo>
                    <a:pt x="3110816" y="4014952"/>
                  </a:lnTo>
                  <a:cubicBezTo>
                    <a:pt x="3175771" y="4014952"/>
                    <a:pt x="3228428" y="3962295"/>
                    <a:pt x="3228428" y="3897340"/>
                  </a:cubicBezTo>
                  <a:lnTo>
                    <a:pt x="3228428" y="474964"/>
                  </a:lnTo>
                  <a:cubicBezTo>
                    <a:pt x="3228428" y="410009"/>
                    <a:pt x="3175771" y="357352"/>
                    <a:pt x="3110816" y="357352"/>
                  </a:cubicBezTo>
                  <a:lnTo>
                    <a:pt x="1932683" y="357352"/>
                  </a:lnTo>
                  <a:lnTo>
                    <a:pt x="1614214" y="0"/>
                  </a:lnTo>
                  <a:lnTo>
                    <a:pt x="1295746" y="357352"/>
                  </a:lnTo>
                  <a:lnTo>
                    <a:pt x="117612" y="357352"/>
                  </a:lnTo>
                  <a:cubicBezTo>
                    <a:pt x="52657" y="357352"/>
                    <a:pt x="0" y="410009"/>
                    <a:pt x="0" y="474964"/>
                  </a:cubicBezTo>
                  <a:lnTo>
                    <a:pt x="0" y="3897340"/>
                  </a:lnTo>
                  <a:cubicBezTo>
                    <a:pt x="0" y="3962295"/>
                    <a:pt x="52657" y="4014952"/>
                    <a:pt x="117612" y="4014952"/>
                  </a:cubicBezTo>
                  <a:close/>
                </a:path>
              </a:pathLst>
            </a:custGeom>
            <a:solidFill>
              <a:schemeClr val="bg1"/>
            </a:solidFill>
            <a:ln w="12700" cap="sq">
              <a:solidFill>
                <a:schemeClr val="accent1">
                  <a:shade val="50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0" name="标题 1"/>
          <p:cNvSpPr txBox="1"/>
          <p:nvPr/>
        </p:nvSpPr>
        <p:spPr>
          <a:xfrm>
            <a:off x="8429412" y="1380162"/>
            <a:ext cx="2807791" cy="80182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45720" rIns="36000" bIns="4572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29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03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8429412" y="2272332"/>
            <a:ext cx="2807791" cy="199896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黑盒测试：涵盖成功案例和失败案例的完整测试覆盖。</a:t>
            </a:r>
            <a:endParaRPr kumimoji="1" lang="zh-CN" altLang="en-US"/>
          </a:p>
        </p:txBody>
      </p:sp>
      <p:cxnSp>
        <p:nvCxnSpPr>
          <p:cNvPr id="22" name="标题 1"/>
          <p:cNvCxnSpPr/>
          <p:nvPr/>
        </p:nvCxnSpPr>
        <p:spPr>
          <a:xfrm>
            <a:off x="660400" y="5812221"/>
            <a:ext cx="10787121" cy="0"/>
          </a:xfrm>
          <a:prstGeom prst="straightConnector1">
            <a:avLst/>
          </a:prstGeom>
          <a:noFill/>
          <a:ln w="63500" cap="sq">
            <a:solidFill>
              <a:schemeClr val="bg1">
                <a:lumMod val="85000"/>
              </a:schemeClr>
            </a:solidFill>
            <a:prstDash val="solid"/>
            <a:miter/>
            <a:tailEnd type="triangle"/>
          </a:ln>
        </p:spPr>
      </p:cxnSp>
      <p:grpSp>
        <p:nvGrpSpPr>
          <p:cNvPr id="23" name="组合 22"/>
          <p:cNvGrpSpPr/>
          <p:nvPr/>
        </p:nvGrpSpPr>
        <p:grpSpPr>
          <a:xfrm>
            <a:off x="5783325" y="5462827"/>
            <a:ext cx="590140" cy="590140"/>
            <a:chOff x="5783325" y="5462827"/>
            <a:chExt cx="590140" cy="590140"/>
          </a:xfrm>
        </p:grpSpPr>
        <p:sp>
          <p:nvSpPr>
            <p:cNvPr id="24" name="标题 1"/>
            <p:cNvSpPr txBox="1"/>
            <p:nvPr/>
          </p:nvSpPr>
          <p:spPr>
            <a:xfrm>
              <a:off x="5783325" y="5462827"/>
              <a:ext cx="590140" cy="590140"/>
            </a:xfrm>
            <a:prstGeom prst="ellipse">
              <a:avLst/>
            </a:prstGeom>
            <a:solidFill>
              <a:schemeClr val="bg1"/>
            </a:solidFill>
            <a:ln w="12700" cap="sq">
              <a:noFill/>
              <a:miter/>
            </a:ln>
            <a:effectLst>
              <a:outerShdw blurRad="127127" dist="34671" dir="2700004" algn="tl" rotWithShape="0">
                <a:schemeClr val="accent1">
                  <a:alpha val="21000"/>
                </a:schemeClr>
              </a:outerShdw>
            </a:effectLst>
          </p:spPr>
          <p:txBody>
            <a:bodyPr vert="horz" wrap="square" lIns="83210" tIns="41605" rIns="83210" bIns="41605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>
              <a:off x="5797540" y="5477042"/>
              <a:ext cx="561711" cy="561711"/>
            </a:xfrm>
            <a:prstGeom prst="ellipse">
              <a:avLst/>
            </a:prstGeom>
            <a:solidFill>
              <a:schemeClr val="accent1"/>
            </a:solidFill>
            <a:ln w="11557" cap="sq">
              <a:solidFill>
                <a:schemeClr val="bg1"/>
              </a:solidFill>
              <a:miter/>
            </a:ln>
            <a:effectLst/>
          </p:spPr>
          <p:txBody>
            <a:bodyPr vert="horz" wrap="square" lIns="47655" tIns="23827" rIns="47655" bIns="23827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26" name="标题 1"/>
            <p:cNvSpPr txBox="1"/>
            <p:nvPr/>
          </p:nvSpPr>
          <p:spPr>
            <a:xfrm>
              <a:off x="5924896" y="5623511"/>
              <a:ext cx="306998" cy="268773"/>
            </a:xfrm>
            <a:custGeom>
              <a:avLst/>
              <a:gdLst>
                <a:gd name="connsiteX0" fmla="*/ 411293 w 822401"/>
                <a:gd name="connsiteY0" fmla="*/ 234366 h 720000"/>
                <a:gd name="connsiteX1" fmla="*/ 536928 w 822401"/>
                <a:gd name="connsiteY1" fmla="*/ 360000 h 720000"/>
                <a:gd name="connsiteX2" fmla="*/ 411293 w 822401"/>
                <a:gd name="connsiteY2" fmla="*/ 485635 h 720000"/>
                <a:gd name="connsiteX3" fmla="*/ 285659 w 822401"/>
                <a:gd name="connsiteY3" fmla="*/ 360000 h 720000"/>
                <a:gd name="connsiteX4" fmla="*/ 411293 w 822401"/>
                <a:gd name="connsiteY4" fmla="*/ 234366 h 720000"/>
                <a:gd name="connsiteX5" fmla="*/ 411293 w 822401"/>
                <a:gd name="connsiteY5" fmla="*/ 178938 h 720000"/>
                <a:gd name="connsiteX6" fmla="*/ 230231 w 822401"/>
                <a:gd name="connsiteY6" fmla="*/ 360000 h 720000"/>
                <a:gd name="connsiteX7" fmla="*/ 411293 w 822401"/>
                <a:gd name="connsiteY7" fmla="*/ 541063 h 720000"/>
                <a:gd name="connsiteX8" fmla="*/ 592355 w 822401"/>
                <a:gd name="connsiteY8" fmla="*/ 360000 h 720000"/>
                <a:gd name="connsiteX9" fmla="*/ 411293 w 822401"/>
                <a:gd name="connsiteY9" fmla="*/ 178938 h 720000"/>
                <a:gd name="connsiteX10" fmla="*/ 219884 w 822401"/>
                <a:gd name="connsiteY10" fmla="*/ 0 h 720000"/>
                <a:gd name="connsiteX11" fmla="*/ 602517 w 822401"/>
                <a:gd name="connsiteY11" fmla="*/ 0 h 720000"/>
                <a:gd name="connsiteX12" fmla="*/ 627275 w 822401"/>
                <a:gd name="connsiteY12" fmla="*/ 14319 h 720000"/>
                <a:gd name="connsiteX13" fmla="*/ 818591 w 822401"/>
                <a:gd name="connsiteY13" fmla="*/ 345682 h 720000"/>
                <a:gd name="connsiteX14" fmla="*/ 818591 w 822401"/>
                <a:gd name="connsiteY14" fmla="*/ 374319 h 720000"/>
                <a:gd name="connsiteX15" fmla="*/ 627367 w 822401"/>
                <a:gd name="connsiteY15" fmla="*/ 705682 h 720000"/>
                <a:gd name="connsiteX16" fmla="*/ 602609 w 822401"/>
                <a:gd name="connsiteY16" fmla="*/ 720000 h 720000"/>
                <a:gd name="connsiteX17" fmla="*/ 219977 w 822401"/>
                <a:gd name="connsiteY17" fmla="*/ 720000 h 720000"/>
                <a:gd name="connsiteX18" fmla="*/ 195219 w 822401"/>
                <a:gd name="connsiteY18" fmla="*/ 705682 h 720000"/>
                <a:gd name="connsiteX19" fmla="*/ 3811 w 822401"/>
                <a:gd name="connsiteY19" fmla="*/ 374319 h 720000"/>
                <a:gd name="connsiteX20" fmla="*/ 3811 w 822401"/>
                <a:gd name="connsiteY20" fmla="*/ 345682 h 720000"/>
                <a:gd name="connsiteX21" fmla="*/ 195127 w 822401"/>
                <a:gd name="connsiteY21" fmla="*/ 14319 h 720000"/>
                <a:gd name="connsiteX22" fmla="*/ 219884 w 822401"/>
                <a:gd name="connsiteY22" fmla="*/ 0 h 720000"/>
              </a:gdLst>
              <a:ahLst/>
              <a:cxnLst/>
              <a:rect l="l" t="t" r="r" b="b"/>
              <a:pathLst>
                <a:path w="822401" h="720000">
                  <a:moveTo>
                    <a:pt x="411293" y="234366"/>
                  </a:moveTo>
                  <a:cubicBezTo>
                    <a:pt x="480577" y="234366"/>
                    <a:pt x="536928" y="290716"/>
                    <a:pt x="536928" y="360000"/>
                  </a:cubicBezTo>
                  <a:cubicBezTo>
                    <a:pt x="536928" y="429284"/>
                    <a:pt x="480577" y="485635"/>
                    <a:pt x="411293" y="485635"/>
                  </a:cubicBezTo>
                  <a:cubicBezTo>
                    <a:pt x="342009" y="485635"/>
                    <a:pt x="285659" y="429284"/>
                    <a:pt x="285659" y="360000"/>
                  </a:cubicBezTo>
                  <a:cubicBezTo>
                    <a:pt x="285659" y="290716"/>
                    <a:pt x="342009" y="234366"/>
                    <a:pt x="411293" y="234366"/>
                  </a:cubicBezTo>
                  <a:close/>
                  <a:moveTo>
                    <a:pt x="411293" y="178938"/>
                  </a:moveTo>
                  <a:cubicBezTo>
                    <a:pt x="311432" y="178938"/>
                    <a:pt x="230231" y="260139"/>
                    <a:pt x="230231" y="360000"/>
                  </a:cubicBezTo>
                  <a:cubicBezTo>
                    <a:pt x="230231" y="459862"/>
                    <a:pt x="311432" y="541063"/>
                    <a:pt x="411293" y="541063"/>
                  </a:cubicBezTo>
                  <a:cubicBezTo>
                    <a:pt x="511154" y="541063"/>
                    <a:pt x="592355" y="459862"/>
                    <a:pt x="592355" y="360000"/>
                  </a:cubicBezTo>
                  <a:cubicBezTo>
                    <a:pt x="592355" y="260139"/>
                    <a:pt x="511154" y="178938"/>
                    <a:pt x="411293" y="178938"/>
                  </a:cubicBezTo>
                  <a:close/>
                  <a:moveTo>
                    <a:pt x="219884" y="0"/>
                  </a:moveTo>
                  <a:lnTo>
                    <a:pt x="602517" y="0"/>
                  </a:lnTo>
                  <a:cubicBezTo>
                    <a:pt x="612679" y="0"/>
                    <a:pt x="622194" y="5451"/>
                    <a:pt x="627275" y="14319"/>
                  </a:cubicBezTo>
                  <a:lnTo>
                    <a:pt x="818591" y="345682"/>
                  </a:lnTo>
                  <a:cubicBezTo>
                    <a:pt x="823672" y="354550"/>
                    <a:pt x="823672" y="365451"/>
                    <a:pt x="818591" y="374319"/>
                  </a:cubicBezTo>
                  <a:lnTo>
                    <a:pt x="627367" y="705682"/>
                  </a:lnTo>
                  <a:cubicBezTo>
                    <a:pt x="622286" y="714550"/>
                    <a:pt x="612771" y="720000"/>
                    <a:pt x="602609" y="720000"/>
                  </a:cubicBezTo>
                  <a:lnTo>
                    <a:pt x="219977" y="720000"/>
                  </a:lnTo>
                  <a:cubicBezTo>
                    <a:pt x="209815" y="720000"/>
                    <a:pt x="200300" y="714550"/>
                    <a:pt x="195219" y="705682"/>
                  </a:cubicBezTo>
                  <a:lnTo>
                    <a:pt x="3811" y="374319"/>
                  </a:lnTo>
                  <a:cubicBezTo>
                    <a:pt x="-1270" y="365543"/>
                    <a:pt x="-1270" y="354550"/>
                    <a:pt x="3811" y="345682"/>
                  </a:cubicBezTo>
                  <a:lnTo>
                    <a:pt x="195127" y="14319"/>
                  </a:lnTo>
                  <a:cubicBezTo>
                    <a:pt x="200208" y="5451"/>
                    <a:pt x="209723" y="0"/>
                    <a:pt x="219884" y="0"/>
                  </a:cubicBezTo>
                  <a:close/>
                </a:path>
              </a:pathLst>
            </a:custGeom>
            <a:solidFill>
              <a:schemeClr val="bg1"/>
            </a:solidFill>
            <a:ln w="1553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622634" y="5462827"/>
            <a:ext cx="590140" cy="590140"/>
            <a:chOff x="9622634" y="5462827"/>
            <a:chExt cx="590140" cy="590140"/>
          </a:xfrm>
        </p:grpSpPr>
        <p:sp>
          <p:nvSpPr>
            <p:cNvPr id="28" name="标题 1"/>
            <p:cNvSpPr txBox="1"/>
            <p:nvPr/>
          </p:nvSpPr>
          <p:spPr>
            <a:xfrm>
              <a:off x="9622634" y="5462827"/>
              <a:ext cx="590140" cy="590140"/>
            </a:xfrm>
            <a:prstGeom prst="ellipse">
              <a:avLst/>
            </a:prstGeom>
            <a:solidFill>
              <a:schemeClr val="bg1"/>
            </a:solidFill>
            <a:ln w="12700" cap="sq">
              <a:noFill/>
              <a:miter/>
            </a:ln>
            <a:effectLst>
              <a:outerShdw blurRad="127127" dist="34671" dir="2700004" algn="tl" rotWithShape="0">
                <a:schemeClr val="accent1">
                  <a:alpha val="21000"/>
                </a:schemeClr>
              </a:outerShdw>
            </a:effectLst>
          </p:spPr>
          <p:txBody>
            <a:bodyPr vert="horz" wrap="square" lIns="83210" tIns="41605" rIns="83210" bIns="41605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29" name="标题 1"/>
            <p:cNvSpPr txBox="1"/>
            <p:nvPr/>
          </p:nvSpPr>
          <p:spPr>
            <a:xfrm>
              <a:off x="9636849" y="5477042"/>
              <a:ext cx="561711" cy="561711"/>
            </a:xfrm>
            <a:prstGeom prst="ellipse">
              <a:avLst/>
            </a:prstGeom>
            <a:solidFill>
              <a:schemeClr val="accent1"/>
            </a:solidFill>
            <a:ln w="11557" cap="sq">
              <a:solidFill>
                <a:schemeClr val="bg1"/>
              </a:solidFill>
              <a:miter/>
            </a:ln>
            <a:effectLst/>
          </p:spPr>
          <p:txBody>
            <a:bodyPr vert="horz" wrap="square" lIns="47655" tIns="23827" rIns="47655" bIns="23827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30" name="标题 1"/>
            <p:cNvSpPr txBox="1"/>
            <p:nvPr/>
          </p:nvSpPr>
          <p:spPr>
            <a:xfrm>
              <a:off x="9800031" y="5623511"/>
              <a:ext cx="235346" cy="268773"/>
            </a:xfrm>
            <a:custGeom>
              <a:avLst/>
              <a:gdLst>
                <a:gd name="connsiteX0" fmla="*/ 361901 w 630455"/>
                <a:gd name="connsiteY0" fmla="*/ 82589 h 720001"/>
                <a:gd name="connsiteX1" fmla="*/ 361901 w 630455"/>
                <a:gd name="connsiteY1" fmla="*/ 203034 h 720001"/>
                <a:gd name="connsiteX2" fmla="*/ 427179 w 630455"/>
                <a:gd name="connsiteY2" fmla="*/ 268312 h 720001"/>
                <a:gd name="connsiteX3" fmla="*/ 547624 w 630455"/>
                <a:gd name="connsiteY3" fmla="*/ 268312 h 720001"/>
                <a:gd name="connsiteX4" fmla="*/ 113812 w 630455"/>
                <a:gd name="connsiteY4" fmla="*/ 0 h 720001"/>
                <a:gd name="connsiteX5" fmla="*/ 338847 w 630455"/>
                <a:gd name="connsiteY5" fmla="*/ 0 h 720001"/>
                <a:gd name="connsiteX6" fmla="*/ 340465 w 630455"/>
                <a:gd name="connsiteY6" fmla="*/ 162 h 720001"/>
                <a:gd name="connsiteX7" fmla="*/ 340789 w 630455"/>
                <a:gd name="connsiteY7" fmla="*/ 162 h 720001"/>
                <a:gd name="connsiteX8" fmla="*/ 344106 w 630455"/>
                <a:gd name="connsiteY8" fmla="*/ 809 h 720001"/>
                <a:gd name="connsiteX9" fmla="*/ 344186 w 630455"/>
                <a:gd name="connsiteY9" fmla="*/ 809 h 720001"/>
                <a:gd name="connsiteX10" fmla="*/ 347422 w 630455"/>
                <a:gd name="connsiteY10" fmla="*/ 1942 h 720001"/>
                <a:gd name="connsiteX11" fmla="*/ 347503 w 630455"/>
                <a:gd name="connsiteY11" fmla="*/ 1942 h 720001"/>
                <a:gd name="connsiteX12" fmla="*/ 349040 w 630455"/>
                <a:gd name="connsiteY12" fmla="*/ 2670 h 720001"/>
                <a:gd name="connsiteX13" fmla="*/ 349121 w 630455"/>
                <a:gd name="connsiteY13" fmla="*/ 2670 h 720001"/>
                <a:gd name="connsiteX14" fmla="*/ 350576 w 630455"/>
                <a:gd name="connsiteY14" fmla="*/ 3479 h 720001"/>
                <a:gd name="connsiteX15" fmla="*/ 350819 w 630455"/>
                <a:gd name="connsiteY15" fmla="*/ 3640 h 720001"/>
                <a:gd name="connsiteX16" fmla="*/ 352033 w 630455"/>
                <a:gd name="connsiteY16" fmla="*/ 4449 h 720001"/>
                <a:gd name="connsiteX17" fmla="*/ 352194 w 630455"/>
                <a:gd name="connsiteY17" fmla="*/ 4530 h 720001"/>
                <a:gd name="connsiteX18" fmla="*/ 353408 w 630455"/>
                <a:gd name="connsiteY18" fmla="*/ 5501 h 720001"/>
                <a:gd name="connsiteX19" fmla="*/ 353651 w 630455"/>
                <a:gd name="connsiteY19" fmla="*/ 5743 h 720001"/>
                <a:gd name="connsiteX20" fmla="*/ 354864 w 630455"/>
                <a:gd name="connsiteY20" fmla="*/ 6876 h 720001"/>
                <a:gd name="connsiteX21" fmla="*/ 623418 w 630455"/>
                <a:gd name="connsiteY21" fmla="*/ 275430 h 720001"/>
                <a:gd name="connsiteX22" fmla="*/ 624551 w 630455"/>
                <a:gd name="connsiteY22" fmla="*/ 276643 h 720001"/>
                <a:gd name="connsiteX23" fmla="*/ 624793 w 630455"/>
                <a:gd name="connsiteY23" fmla="*/ 276886 h 720001"/>
                <a:gd name="connsiteX24" fmla="*/ 625764 w 630455"/>
                <a:gd name="connsiteY24" fmla="*/ 278180 h 720001"/>
                <a:gd name="connsiteX25" fmla="*/ 625845 w 630455"/>
                <a:gd name="connsiteY25" fmla="*/ 278342 h 720001"/>
                <a:gd name="connsiteX26" fmla="*/ 626734 w 630455"/>
                <a:gd name="connsiteY26" fmla="*/ 279637 h 720001"/>
                <a:gd name="connsiteX27" fmla="*/ 626896 w 630455"/>
                <a:gd name="connsiteY27" fmla="*/ 279798 h 720001"/>
                <a:gd name="connsiteX28" fmla="*/ 627705 w 630455"/>
                <a:gd name="connsiteY28" fmla="*/ 281254 h 720001"/>
                <a:gd name="connsiteX29" fmla="*/ 628433 w 630455"/>
                <a:gd name="connsiteY29" fmla="*/ 282791 h 720001"/>
                <a:gd name="connsiteX30" fmla="*/ 629646 w 630455"/>
                <a:gd name="connsiteY30" fmla="*/ 286107 h 720001"/>
                <a:gd name="connsiteX31" fmla="*/ 630293 w 630455"/>
                <a:gd name="connsiteY31" fmla="*/ 289424 h 720001"/>
                <a:gd name="connsiteX32" fmla="*/ 630293 w 630455"/>
                <a:gd name="connsiteY32" fmla="*/ 289667 h 720001"/>
                <a:gd name="connsiteX33" fmla="*/ 630455 w 630455"/>
                <a:gd name="connsiteY33" fmla="*/ 291285 h 720001"/>
                <a:gd name="connsiteX34" fmla="*/ 630455 w 630455"/>
                <a:gd name="connsiteY34" fmla="*/ 292579 h 720001"/>
                <a:gd name="connsiteX35" fmla="*/ 630455 w 630455"/>
                <a:gd name="connsiteY35" fmla="*/ 606189 h 720001"/>
                <a:gd name="connsiteX36" fmla="*/ 516644 w 630455"/>
                <a:gd name="connsiteY36" fmla="*/ 720001 h 720001"/>
                <a:gd name="connsiteX37" fmla="*/ 113812 w 630455"/>
                <a:gd name="connsiteY37" fmla="*/ 720001 h 720001"/>
                <a:gd name="connsiteX38" fmla="*/ 0 w 630455"/>
                <a:gd name="connsiteY38" fmla="*/ 606189 h 720001"/>
                <a:gd name="connsiteX39" fmla="*/ 0 w 630455"/>
                <a:gd name="connsiteY39" fmla="*/ 113812 h 720001"/>
                <a:gd name="connsiteX40" fmla="*/ 113812 w 630455"/>
                <a:gd name="connsiteY40" fmla="*/ 0 h 720001"/>
              </a:gdLst>
              <a:ahLst/>
              <a:cxnLst/>
              <a:rect l="l" t="t" r="r" b="b"/>
              <a:pathLst>
                <a:path w="630455" h="720001">
                  <a:moveTo>
                    <a:pt x="361901" y="82589"/>
                  </a:moveTo>
                  <a:lnTo>
                    <a:pt x="361901" y="203034"/>
                  </a:lnTo>
                  <a:cubicBezTo>
                    <a:pt x="361901" y="239030"/>
                    <a:pt x="391183" y="268312"/>
                    <a:pt x="427179" y="268312"/>
                  </a:cubicBezTo>
                  <a:lnTo>
                    <a:pt x="547624" y="268312"/>
                  </a:lnTo>
                  <a:close/>
                  <a:moveTo>
                    <a:pt x="113812" y="0"/>
                  </a:moveTo>
                  <a:lnTo>
                    <a:pt x="338847" y="0"/>
                  </a:lnTo>
                  <a:cubicBezTo>
                    <a:pt x="339414" y="81"/>
                    <a:pt x="339899" y="81"/>
                    <a:pt x="340465" y="162"/>
                  </a:cubicBezTo>
                  <a:lnTo>
                    <a:pt x="340789" y="162"/>
                  </a:lnTo>
                  <a:cubicBezTo>
                    <a:pt x="341922" y="324"/>
                    <a:pt x="343054" y="485"/>
                    <a:pt x="344106" y="809"/>
                  </a:cubicBezTo>
                  <a:lnTo>
                    <a:pt x="344186" y="809"/>
                  </a:lnTo>
                  <a:cubicBezTo>
                    <a:pt x="345238" y="1052"/>
                    <a:pt x="346371" y="1456"/>
                    <a:pt x="347422" y="1942"/>
                  </a:cubicBezTo>
                  <a:lnTo>
                    <a:pt x="347503" y="1942"/>
                  </a:lnTo>
                  <a:cubicBezTo>
                    <a:pt x="348069" y="2184"/>
                    <a:pt x="348555" y="2427"/>
                    <a:pt x="349040" y="2670"/>
                  </a:cubicBezTo>
                  <a:lnTo>
                    <a:pt x="349121" y="2670"/>
                  </a:lnTo>
                  <a:cubicBezTo>
                    <a:pt x="349606" y="2912"/>
                    <a:pt x="350091" y="3155"/>
                    <a:pt x="350576" y="3479"/>
                  </a:cubicBezTo>
                  <a:cubicBezTo>
                    <a:pt x="350657" y="3560"/>
                    <a:pt x="350739" y="3560"/>
                    <a:pt x="350819" y="3640"/>
                  </a:cubicBezTo>
                  <a:cubicBezTo>
                    <a:pt x="351224" y="3883"/>
                    <a:pt x="351628" y="4126"/>
                    <a:pt x="352033" y="4449"/>
                  </a:cubicBezTo>
                  <a:cubicBezTo>
                    <a:pt x="352113" y="4449"/>
                    <a:pt x="352113" y="4530"/>
                    <a:pt x="352194" y="4530"/>
                  </a:cubicBezTo>
                  <a:lnTo>
                    <a:pt x="353408" y="5501"/>
                  </a:lnTo>
                  <a:lnTo>
                    <a:pt x="353651" y="5743"/>
                  </a:lnTo>
                  <a:cubicBezTo>
                    <a:pt x="354055" y="6148"/>
                    <a:pt x="354459" y="6472"/>
                    <a:pt x="354864" y="6876"/>
                  </a:cubicBezTo>
                  <a:lnTo>
                    <a:pt x="623418" y="275430"/>
                  </a:lnTo>
                  <a:cubicBezTo>
                    <a:pt x="623822" y="275835"/>
                    <a:pt x="624227" y="276239"/>
                    <a:pt x="624551" y="276643"/>
                  </a:cubicBezTo>
                  <a:lnTo>
                    <a:pt x="624793" y="276886"/>
                  </a:lnTo>
                  <a:cubicBezTo>
                    <a:pt x="625117" y="277291"/>
                    <a:pt x="625440" y="277776"/>
                    <a:pt x="625764" y="278180"/>
                  </a:cubicBezTo>
                  <a:cubicBezTo>
                    <a:pt x="625764" y="278261"/>
                    <a:pt x="625845" y="278342"/>
                    <a:pt x="625845" y="278342"/>
                  </a:cubicBezTo>
                  <a:cubicBezTo>
                    <a:pt x="626168" y="278747"/>
                    <a:pt x="626491" y="279232"/>
                    <a:pt x="626734" y="279637"/>
                  </a:cubicBezTo>
                  <a:cubicBezTo>
                    <a:pt x="626815" y="279637"/>
                    <a:pt x="626815" y="279717"/>
                    <a:pt x="626896" y="279798"/>
                  </a:cubicBezTo>
                  <a:cubicBezTo>
                    <a:pt x="627139" y="280284"/>
                    <a:pt x="627462" y="280769"/>
                    <a:pt x="627705" y="281254"/>
                  </a:cubicBezTo>
                  <a:cubicBezTo>
                    <a:pt x="627948" y="281739"/>
                    <a:pt x="628190" y="282225"/>
                    <a:pt x="628433" y="282791"/>
                  </a:cubicBezTo>
                  <a:cubicBezTo>
                    <a:pt x="628918" y="283843"/>
                    <a:pt x="629323" y="284975"/>
                    <a:pt x="629646" y="286107"/>
                  </a:cubicBezTo>
                  <a:cubicBezTo>
                    <a:pt x="629889" y="287159"/>
                    <a:pt x="630132" y="288291"/>
                    <a:pt x="630293" y="289424"/>
                  </a:cubicBezTo>
                  <a:lnTo>
                    <a:pt x="630293" y="289667"/>
                  </a:lnTo>
                  <a:cubicBezTo>
                    <a:pt x="630374" y="290152"/>
                    <a:pt x="630455" y="290718"/>
                    <a:pt x="630455" y="291285"/>
                  </a:cubicBezTo>
                  <a:lnTo>
                    <a:pt x="630455" y="292579"/>
                  </a:lnTo>
                  <a:lnTo>
                    <a:pt x="630455" y="606189"/>
                  </a:lnTo>
                  <a:cubicBezTo>
                    <a:pt x="630455" y="668959"/>
                    <a:pt x="579414" y="720001"/>
                    <a:pt x="516644" y="720001"/>
                  </a:cubicBezTo>
                  <a:lnTo>
                    <a:pt x="113812" y="720001"/>
                  </a:lnTo>
                  <a:cubicBezTo>
                    <a:pt x="51042" y="720001"/>
                    <a:pt x="0" y="668959"/>
                    <a:pt x="0" y="606189"/>
                  </a:cubicBezTo>
                  <a:lnTo>
                    <a:pt x="0" y="113812"/>
                  </a:lnTo>
                  <a:cubicBezTo>
                    <a:pt x="0" y="51042"/>
                    <a:pt x="51042" y="0"/>
                    <a:pt x="113812" y="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944016" y="5462827"/>
            <a:ext cx="590140" cy="590140"/>
            <a:chOff x="1944016" y="5462827"/>
            <a:chExt cx="590140" cy="590140"/>
          </a:xfrm>
        </p:grpSpPr>
        <p:sp>
          <p:nvSpPr>
            <p:cNvPr id="32" name="标题 1"/>
            <p:cNvSpPr txBox="1"/>
            <p:nvPr/>
          </p:nvSpPr>
          <p:spPr>
            <a:xfrm>
              <a:off x="1944016" y="5462827"/>
              <a:ext cx="590140" cy="590140"/>
            </a:xfrm>
            <a:prstGeom prst="ellipse">
              <a:avLst/>
            </a:prstGeom>
            <a:solidFill>
              <a:schemeClr val="bg1"/>
            </a:solidFill>
            <a:ln w="12700" cap="sq">
              <a:noFill/>
              <a:miter/>
            </a:ln>
            <a:effectLst>
              <a:outerShdw blurRad="127127" dist="34671" dir="2700004" algn="tl" rotWithShape="0">
                <a:schemeClr val="accent1">
                  <a:alpha val="21000"/>
                </a:schemeClr>
              </a:outerShdw>
            </a:effectLst>
          </p:spPr>
          <p:txBody>
            <a:bodyPr vert="horz" wrap="square" lIns="83210" tIns="41605" rIns="83210" bIns="41605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33" name="标题 1"/>
            <p:cNvSpPr txBox="1"/>
            <p:nvPr/>
          </p:nvSpPr>
          <p:spPr>
            <a:xfrm>
              <a:off x="1958231" y="5477042"/>
              <a:ext cx="561711" cy="561711"/>
            </a:xfrm>
            <a:prstGeom prst="ellipse">
              <a:avLst/>
            </a:prstGeom>
            <a:solidFill>
              <a:schemeClr val="accent1"/>
            </a:solidFill>
            <a:ln w="11557" cap="sq">
              <a:solidFill>
                <a:schemeClr val="bg1"/>
              </a:solidFill>
              <a:miter/>
            </a:ln>
            <a:effectLst/>
          </p:spPr>
          <p:txBody>
            <a:bodyPr vert="horz" wrap="square" lIns="47655" tIns="23827" rIns="47655" bIns="23827" rtlCol="0" anchor="ctr"/>
            <a:lstStyle/>
            <a:p>
              <a:pPr algn="ctr">
                <a:lnSpc>
                  <a:spcPct val="100000"/>
                </a:lnSpc>
              </a:pPr>
              <a:endParaRPr kumimoji="1" lang="zh-CN" altLang="en-US"/>
            </a:p>
          </p:txBody>
        </p:sp>
        <p:sp>
          <p:nvSpPr>
            <p:cNvPr id="34" name="标题 1"/>
            <p:cNvSpPr txBox="1"/>
            <p:nvPr/>
          </p:nvSpPr>
          <p:spPr>
            <a:xfrm>
              <a:off x="2104700" y="5623511"/>
              <a:ext cx="268773" cy="268773"/>
            </a:xfrm>
            <a:custGeom>
              <a:avLst/>
              <a:gdLst>
                <a:gd name="connsiteX0" fmla="*/ 438553 w 720000"/>
                <a:gd name="connsiteY0" fmla="*/ 189601 h 720000"/>
                <a:gd name="connsiteX1" fmla="*/ 503636 w 720000"/>
                <a:gd name="connsiteY1" fmla="*/ 216365 h 720000"/>
                <a:gd name="connsiteX2" fmla="*/ 503636 w 720000"/>
                <a:gd name="connsiteY2" fmla="*/ 346445 h 720000"/>
                <a:gd name="connsiteX3" fmla="*/ 362260 w 720000"/>
                <a:gd name="connsiteY3" fmla="*/ 487907 h 720000"/>
                <a:gd name="connsiteX4" fmla="*/ 191861 w 720000"/>
                <a:gd name="connsiteY4" fmla="*/ 528226 h 720000"/>
                <a:gd name="connsiteX5" fmla="*/ 232180 w 720000"/>
                <a:gd name="connsiteY5" fmla="*/ 357827 h 720000"/>
                <a:gd name="connsiteX6" fmla="*/ 373556 w 720000"/>
                <a:gd name="connsiteY6" fmla="*/ 216452 h 720000"/>
                <a:gd name="connsiteX7" fmla="*/ 438553 w 720000"/>
                <a:gd name="connsiteY7" fmla="*/ 189601 h 720000"/>
                <a:gd name="connsiteX8" fmla="*/ 438553 w 720000"/>
                <a:gd name="connsiteY8" fmla="*/ 141636 h 720000"/>
                <a:gd name="connsiteX9" fmla="*/ 339581 w 720000"/>
                <a:gd name="connsiteY9" fmla="*/ 182476 h 720000"/>
                <a:gd name="connsiteX10" fmla="*/ 198205 w 720000"/>
                <a:gd name="connsiteY10" fmla="*/ 323852 h 720000"/>
                <a:gd name="connsiteX11" fmla="*/ 141637 w 720000"/>
                <a:gd name="connsiteY11" fmla="*/ 578364 h 720000"/>
                <a:gd name="connsiteX12" fmla="*/ 396149 w 720000"/>
                <a:gd name="connsiteY12" fmla="*/ 521796 h 720000"/>
                <a:gd name="connsiteX13" fmla="*/ 537524 w 720000"/>
                <a:gd name="connsiteY13" fmla="*/ 380420 h 720000"/>
                <a:gd name="connsiteX14" fmla="*/ 537524 w 720000"/>
                <a:gd name="connsiteY14" fmla="*/ 182476 h 720000"/>
                <a:gd name="connsiteX15" fmla="*/ 438553 w 720000"/>
                <a:gd name="connsiteY15" fmla="*/ 141636 h 720000"/>
                <a:gd name="connsiteX16" fmla="*/ 120000 w 720000"/>
                <a:gd name="connsiteY16" fmla="*/ 0 h 720000"/>
                <a:gd name="connsiteX17" fmla="*/ 600000 w 720000"/>
                <a:gd name="connsiteY17" fmla="*/ 0 h 720000"/>
                <a:gd name="connsiteX18" fmla="*/ 720000 w 720000"/>
                <a:gd name="connsiteY18" fmla="*/ 120000 h 720000"/>
                <a:gd name="connsiteX19" fmla="*/ 720000 w 720000"/>
                <a:gd name="connsiteY19" fmla="*/ 600000 h 720000"/>
                <a:gd name="connsiteX20" fmla="*/ 600000 w 720000"/>
                <a:gd name="connsiteY20" fmla="*/ 720000 h 720000"/>
                <a:gd name="connsiteX21" fmla="*/ 120000 w 720000"/>
                <a:gd name="connsiteY21" fmla="*/ 720000 h 720000"/>
                <a:gd name="connsiteX22" fmla="*/ 0 w 720000"/>
                <a:gd name="connsiteY22" fmla="*/ 600000 h 720000"/>
                <a:gd name="connsiteX23" fmla="*/ 0 w 720000"/>
                <a:gd name="connsiteY23" fmla="*/ 120000 h 720000"/>
                <a:gd name="connsiteX24" fmla="*/ 120000 w 720000"/>
                <a:gd name="connsiteY24" fmla="*/ 0 h 720000"/>
              </a:gdLst>
              <a:ahLst/>
              <a:cxnLst/>
              <a:rect l="l" t="t" r="r" b="b"/>
              <a:pathLst>
                <a:path w="720000" h="720000">
                  <a:moveTo>
                    <a:pt x="438553" y="189601"/>
                  </a:moveTo>
                  <a:cubicBezTo>
                    <a:pt x="463230" y="189601"/>
                    <a:pt x="486344" y="199073"/>
                    <a:pt x="503636" y="216365"/>
                  </a:cubicBezTo>
                  <a:cubicBezTo>
                    <a:pt x="539523" y="252252"/>
                    <a:pt x="539523" y="310557"/>
                    <a:pt x="503636" y="346445"/>
                  </a:cubicBezTo>
                  <a:lnTo>
                    <a:pt x="362260" y="487907"/>
                  </a:lnTo>
                  <a:cubicBezTo>
                    <a:pt x="342622" y="507545"/>
                    <a:pt x="266503" y="522665"/>
                    <a:pt x="191861" y="528226"/>
                  </a:cubicBezTo>
                  <a:cubicBezTo>
                    <a:pt x="197336" y="453584"/>
                    <a:pt x="212456" y="377465"/>
                    <a:pt x="232180" y="357827"/>
                  </a:cubicBezTo>
                  <a:lnTo>
                    <a:pt x="373556" y="216452"/>
                  </a:lnTo>
                  <a:cubicBezTo>
                    <a:pt x="390761" y="199073"/>
                    <a:pt x="413875" y="189601"/>
                    <a:pt x="438553" y="189601"/>
                  </a:cubicBezTo>
                  <a:close/>
                  <a:moveTo>
                    <a:pt x="438553" y="141636"/>
                  </a:moveTo>
                  <a:cubicBezTo>
                    <a:pt x="402666" y="141636"/>
                    <a:pt x="366778" y="155278"/>
                    <a:pt x="339581" y="182476"/>
                  </a:cubicBezTo>
                  <a:lnTo>
                    <a:pt x="198205" y="323852"/>
                  </a:lnTo>
                  <a:cubicBezTo>
                    <a:pt x="143723" y="378335"/>
                    <a:pt x="141637" y="578364"/>
                    <a:pt x="141637" y="578364"/>
                  </a:cubicBezTo>
                  <a:cubicBezTo>
                    <a:pt x="141637" y="578364"/>
                    <a:pt x="341753" y="576278"/>
                    <a:pt x="396149" y="521796"/>
                  </a:cubicBezTo>
                  <a:lnTo>
                    <a:pt x="537524" y="380420"/>
                  </a:lnTo>
                  <a:cubicBezTo>
                    <a:pt x="592007" y="325938"/>
                    <a:pt x="592007" y="236872"/>
                    <a:pt x="537524" y="182476"/>
                  </a:cubicBezTo>
                  <a:cubicBezTo>
                    <a:pt x="510327" y="155191"/>
                    <a:pt x="474440" y="141636"/>
                    <a:pt x="438553" y="141636"/>
                  </a:cubicBezTo>
                  <a:close/>
                  <a:moveTo>
                    <a:pt x="120000" y="0"/>
                  </a:moveTo>
                  <a:lnTo>
                    <a:pt x="600000" y="0"/>
                  </a:lnTo>
                  <a:cubicBezTo>
                    <a:pt x="666040" y="0"/>
                    <a:pt x="720000" y="54048"/>
                    <a:pt x="720000" y="120000"/>
                  </a:cubicBezTo>
                  <a:lnTo>
                    <a:pt x="720000" y="600000"/>
                  </a:lnTo>
                  <a:cubicBezTo>
                    <a:pt x="720000" y="666039"/>
                    <a:pt x="666040" y="720000"/>
                    <a:pt x="600000" y="720000"/>
                  </a:cubicBezTo>
                  <a:lnTo>
                    <a:pt x="120000" y="720000"/>
                  </a:lnTo>
                  <a:cubicBezTo>
                    <a:pt x="53961" y="720000"/>
                    <a:pt x="0" y="666039"/>
                    <a:pt x="0" y="600000"/>
                  </a:cubicBezTo>
                  <a:lnTo>
                    <a:pt x="0" y="120000"/>
                  </a:lnTo>
                  <a:cubicBezTo>
                    <a:pt x="0" y="53961"/>
                    <a:pt x="53961" y="0"/>
                    <a:pt x="120000" y="0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5" name="标题 1"/>
          <p:cNvSpPr txBox="1"/>
          <p:nvPr/>
        </p:nvSpPr>
        <p:spPr>
          <a:xfrm>
            <a:off x="319799" y="1043819"/>
            <a:ext cx="822393" cy="822393"/>
          </a:xfrm>
          <a:prstGeom prst="ellipse">
            <a:avLst/>
          </a:prstGeom>
          <a:gradFill>
            <a:gsLst>
              <a:gs pos="7000">
                <a:schemeClr val="accent1"/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11140350" y="4444229"/>
            <a:ext cx="614337" cy="614337"/>
          </a:xfrm>
          <a:prstGeom prst="ellipse">
            <a:avLst/>
          </a:prstGeom>
          <a:gradFill>
            <a:gsLst>
              <a:gs pos="7000">
                <a:schemeClr val="accent1">
                  <a:alpha val="5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6938802" y="834425"/>
            <a:ext cx="771413" cy="771413"/>
          </a:xfrm>
          <a:prstGeom prst="ellipse">
            <a:avLst/>
          </a:prstGeom>
          <a:gradFill>
            <a:gsLst>
              <a:gs pos="7000">
                <a:schemeClr val="accent1">
                  <a:alpha val="5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8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测试分类详情</a:t>
            </a:r>
            <a:endParaRPr kumimoji="1" lang="zh-CN" altLang="en-US"/>
          </a:p>
        </p:txBody>
      </p:sp>
      <p:sp>
        <p:nvSpPr>
          <p:cNvPr id="40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1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0" y="1793136"/>
            <a:ext cx="11493848" cy="2692400"/>
          </a:xfrm>
          <a:custGeom>
            <a:avLst/>
            <a:gdLst>
              <a:gd name="connsiteX0" fmla="*/ 0 w 11518900"/>
              <a:gd name="connsiteY0" fmla="*/ 0 h 2692400"/>
              <a:gd name="connsiteX1" fmla="*/ 11518900 w 11518900"/>
              <a:gd name="connsiteY1" fmla="*/ 0 h 2692400"/>
              <a:gd name="connsiteX2" fmla="*/ 11518900 w 11518900"/>
              <a:gd name="connsiteY2" fmla="*/ 1346200 h 2692400"/>
              <a:gd name="connsiteX3" fmla="*/ 10172700 w 11518900"/>
              <a:gd name="connsiteY3" fmla="*/ 2692400 h 2692400"/>
              <a:gd name="connsiteX4" fmla="*/ 0 w 11518900"/>
              <a:gd name="connsiteY4" fmla="*/ 2692400 h 2692400"/>
            </a:gdLst>
            <a:ahLst/>
            <a:cxnLst/>
            <a:rect l="l" t="t" r="r" b="b"/>
            <a:pathLst>
              <a:path w="11518900" h="2692400">
                <a:moveTo>
                  <a:pt x="0" y="0"/>
                </a:moveTo>
                <a:lnTo>
                  <a:pt x="11518900" y="0"/>
                </a:lnTo>
                <a:lnTo>
                  <a:pt x="11518900" y="1346200"/>
                </a:lnTo>
                <a:cubicBezTo>
                  <a:pt x="11518900" y="2089686"/>
                  <a:pt x="10916186" y="2692400"/>
                  <a:pt x="10172700" y="2692400"/>
                </a:cubicBezTo>
                <a:lnTo>
                  <a:pt x="0" y="26924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  <a:effectLst>
            <a:outerShdw blurRad="139700" dist="38100" dir="2700015" rotWithShape="0">
              <a:schemeClr val="accent1">
                <a:lumMod val="100000"/>
                <a:alpha val="21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0" y="6753325"/>
            <a:ext cx="12192000" cy="114300"/>
          </a:xfrm>
          <a:custGeom>
            <a:avLst/>
            <a:gdLst>
              <a:gd name="connsiteX0" fmla="*/ 0 w 12192000"/>
              <a:gd name="connsiteY0" fmla="*/ 0 h 114300"/>
              <a:gd name="connsiteX1" fmla="*/ 12192000 w 12192000"/>
              <a:gd name="connsiteY1" fmla="*/ 0 h 114300"/>
              <a:gd name="connsiteX2" fmla="*/ 12192000 w 12192000"/>
              <a:gd name="connsiteY2" fmla="*/ 114300 h 114300"/>
              <a:gd name="connsiteX3" fmla="*/ 0 w 12192000"/>
              <a:gd name="connsiteY3" fmla="*/ 114300 h 114300"/>
            </a:gdLst>
            <a:ahLst/>
            <a:cxnLst/>
            <a:rect l="l" t="t" r="r" b="b"/>
            <a:pathLst>
              <a:path w="12192000" h="114300">
                <a:moveTo>
                  <a:pt x="0" y="0"/>
                </a:moveTo>
                <a:lnTo>
                  <a:pt x="12192000" y="0"/>
                </a:lnTo>
                <a:lnTo>
                  <a:pt x="12192000" y="114300"/>
                </a:lnTo>
                <a:lnTo>
                  <a:pt x="0" y="1143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0" y="1968500"/>
            <a:ext cx="11323529" cy="2692400"/>
          </a:xfrm>
          <a:custGeom>
            <a:avLst/>
            <a:gdLst>
              <a:gd name="connsiteX0" fmla="*/ 0 w 11518900"/>
              <a:gd name="connsiteY0" fmla="*/ 0 h 2692400"/>
              <a:gd name="connsiteX1" fmla="*/ 11518900 w 11518900"/>
              <a:gd name="connsiteY1" fmla="*/ 0 h 2692400"/>
              <a:gd name="connsiteX2" fmla="*/ 11518900 w 11518900"/>
              <a:gd name="connsiteY2" fmla="*/ 1346200 h 2692400"/>
              <a:gd name="connsiteX3" fmla="*/ 10172700 w 11518900"/>
              <a:gd name="connsiteY3" fmla="*/ 2692400 h 2692400"/>
              <a:gd name="connsiteX4" fmla="*/ 0 w 11518900"/>
              <a:gd name="connsiteY4" fmla="*/ 2692400 h 2692400"/>
            </a:gdLst>
            <a:ahLst/>
            <a:cxnLst/>
            <a:rect l="l" t="t" r="r" b="b"/>
            <a:pathLst>
              <a:path w="11518900" h="2692400">
                <a:moveTo>
                  <a:pt x="0" y="0"/>
                </a:moveTo>
                <a:lnTo>
                  <a:pt x="11518900" y="0"/>
                </a:lnTo>
                <a:lnTo>
                  <a:pt x="11518900" y="1346200"/>
                </a:lnTo>
                <a:cubicBezTo>
                  <a:pt x="11518900" y="2089686"/>
                  <a:pt x="10916186" y="2692400"/>
                  <a:pt x="10172700" y="2692400"/>
                </a:cubicBezTo>
                <a:lnTo>
                  <a:pt x="0" y="26924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60400" y="3310771"/>
            <a:ext cx="2512440" cy="2746911"/>
          </a:xfrm>
          <a:prstGeom prst="roundRect">
            <a:avLst>
              <a:gd name="adj" fmla="val 8712"/>
            </a:avLst>
          </a:prstGeom>
          <a:solidFill>
            <a:schemeClr val="bg1"/>
          </a:soli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592770" y="2953020"/>
            <a:ext cx="647700" cy="647700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3312420" y="3310771"/>
            <a:ext cx="2512440" cy="2746911"/>
          </a:xfrm>
          <a:prstGeom prst="roundRect">
            <a:avLst>
              <a:gd name="adj" fmla="val 8712"/>
            </a:avLst>
          </a:prstGeom>
          <a:solidFill>
            <a:schemeClr val="bg1"/>
          </a:soli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244790" y="2953020"/>
            <a:ext cx="647700" cy="647700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964943" y="3310771"/>
            <a:ext cx="2512440" cy="2746911"/>
          </a:xfrm>
          <a:prstGeom prst="roundRect">
            <a:avLst>
              <a:gd name="adj" fmla="val 8712"/>
            </a:avLst>
          </a:prstGeom>
          <a:solidFill>
            <a:schemeClr val="bg1"/>
          </a:soli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897313" y="2953020"/>
            <a:ext cx="647700" cy="647700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608292" y="3310771"/>
            <a:ext cx="2512440" cy="2746911"/>
          </a:xfrm>
          <a:prstGeom prst="roundRect">
            <a:avLst>
              <a:gd name="adj" fmla="val 8712"/>
            </a:avLst>
          </a:prstGeom>
          <a:solidFill>
            <a:schemeClr val="bg1"/>
          </a:soli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540662" y="2953020"/>
            <a:ext cx="647700" cy="647700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772593" y="3710136"/>
            <a:ext cx="2288055" cy="2293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静态代码分析工具集成，提前发现潜在问题。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3424613" y="3710136"/>
            <a:ext cx="2288055" cy="2293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代码格式化标准统一，提升代码可读性。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077136" y="3710136"/>
            <a:ext cx="2288055" cy="2293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提交前自动检查机制，确保代码质量。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8720485" y="3710136"/>
            <a:ext cx="2288055" cy="2293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多平台兼容性验证，保证跨平台运行稳定。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1490624" y="2949528"/>
            <a:ext cx="851993" cy="6297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4142644" y="2948551"/>
            <a:ext cx="851993" cy="6297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6795167" y="2949528"/>
            <a:ext cx="851993" cy="6297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9438516" y="2961251"/>
            <a:ext cx="851993" cy="6297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04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质量保证措施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 flipH="1">
            <a:off x="0" y="6096"/>
            <a:ext cx="12192000" cy="684580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flipH="1">
            <a:off x="4733272" y="1228697"/>
            <a:ext cx="7449403" cy="4851545"/>
          </a:xfrm>
          <a:custGeom>
            <a:avLst/>
            <a:gdLst>
              <a:gd name="connsiteX0" fmla="*/ 0 w 7509000"/>
              <a:gd name="connsiteY0" fmla="*/ 0 h 4594482"/>
              <a:gd name="connsiteX1" fmla="*/ 5329653 w 7509000"/>
              <a:gd name="connsiteY1" fmla="*/ 0 h 4594482"/>
              <a:gd name="connsiteX2" fmla="*/ 7509000 w 7509000"/>
              <a:gd name="connsiteY2" fmla="*/ 2297241 h 4594482"/>
              <a:gd name="connsiteX3" fmla="*/ 5329653 w 7509000"/>
              <a:gd name="connsiteY3" fmla="*/ 4594482 h 4594482"/>
              <a:gd name="connsiteX4" fmla="*/ 0 w 7509000"/>
              <a:gd name="connsiteY4" fmla="*/ 4594482 h 4594482"/>
            </a:gdLst>
            <a:ahLst/>
            <a:cxnLst/>
            <a:rect l="l" t="t" r="r" b="b"/>
            <a:pathLst>
              <a:path w="7509000" h="4594482">
                <a:moveTo>
                  <a:pt x="0" y="0"/>
                </a:moveTo>
                <a:lnTo>
                  <a:pt x="5329653" y="0"/>
                </a:lnTo>
                <a:cubicBezTo>
                  <a:pt x="6533273" y="0"/>
                  <a:pt x="7509000" y="1028510"/>
                  <a:pt x="7509000" y="2297241"/>
                </a:cubicBezTo>
                <a:cubicBezTo>
                  <a:pt x="7509000" y="3565972"/>
                  <a:pt x="6533273" y="4594482"/>
                  <a:pt x="5329653" y="4594482"/>
                </a:cubicBezTo>
                <a:lnTo>
                  <a:pt x="0" y="4594482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>
            <a:outerShdw blurRad="203200" dist="101600" sx="98000" sy="98000" algn="t" rotWithShape="0">
              <a:schemeClr val="accent1">
                <a:lumMod val="75000"/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>
            <a:off x="5007359" y="1391548"/>
            <a:ext cx="7184641" cy="4507622"/>
          </a:xfrm>
          <a:custGeom>
            <a:avLst/>
            <a:gdLst>
              <a:gd name="connsiteX0" fmla="*/ 0 w 7992153"/>
              <a:gd name="connsiteY0" fmla="*/ 0 h 4469120"/>
              <a:gd name="connsiteX1" fmla="*/ 5757593 w 7992153"/>
              <a:gd name="connsiteY1" fmla="*/ 0 h 4469120"/>
              <a:gd name="connsiteX2" fmla="*/ 7992153 w 7992153"/>
              <a:gd name="connsiteY2" fmla="*/ 2234560 h 4469120"/>
              <a:gd name="connsiteX3" fmla="*/ 5757593 w 7992153"/>
              <a:gd name="connsiteY3" fmla="*/ 4469120 h 4469120"/>
              <a:gd name="connsiteX4" fmla="*/ 0 w 7992153"/>
              <a:gd name="connsiteY4" fmla="*/ 4469120 h 4469120"/>
            </a:gdLst>
            <a:ahLst/>
            <a:cxnLst/>
            <a:rect l="l" t="t" r="r" b="b"/>
            <a:pathLst>
              <a:path w="7992153" h="4469120">
                <a:moveTo>
                  <a:pt x="0" y="0"/>
                </a:moveTo>
                <a:lnTo>
                  <a:pt x="5757593" y="0"/>
                </a:lnTo>
                <a:cubicBezTo>
                  <a:pt x="6991706" y="0"/>
                  <a:pt x="7992153" y="1000447"/>
                  <a:pt x="7992153" y="2234560"/>
                </a:cubicBezTo>
                <a:cubicBezTo>
                  <a:pt x="7992153" y="3468673"/>
                  <a:pt x="6991706" y="4469120"/>
                  <a:pt x="5757593" y="4469120"/>
                </a:cubicBezTo>
                <a:lnTo>
                  <a:pt x="0" y="446912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52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miter/>
          </a:ln>
          <a:effectLst>
            <a:outerShdw blurRad="241300" dist="152400" dir="2699999" algn="tl" rotWithShape="0">
              <a:schemeClr val="accent1">
                <a:alpha val="23000"/>
              </a:schemeClr>
            </a:outerShdw>
          </a:effectLst>
        </p:spPr>
        <p:txBody>
          <a:bodyPr vert="horz" wrap="square" lIns="103113" tIns="51556" rIns="103113" bIns="5155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220324" y="3463756"/>
            <a:ext cx="5329557" cy="17205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扩展功能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6200000" flipH="1">
            <a:off x="11424580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6200000" flipH="1">
            <a:off x="11295293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16200000" flipH="1">
            <a:off x="11166006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16200000" flipH="1">
            <a:off x="11023148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flipH="1">
            <a:off x="6827558" y="5357044"/>
            <a:ext cx="4140000" cy="1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0" y="1"/>
            <a:ext cx="6096000" cy="4584909"/>
          </a:xfrm>
          <a:custGeom>
            <a:avLst/>
            <a:gdLst>
              <a:gd name="connsiteX0" fmla="*/ 139608 w 6096000"/>
              <a:gd name="connsiteY0" fmla="*/ 0 h 4584909"/>
              <a:gd name="connsiteX1" fmla="*/ 6096000 w 6096000"/>
              <a:gd name="connsiteY1" fmla="*/ 0 h 4584909"/>
              <a:gd name="connsiteX2" fmla="*/ 6096000 w 6096000"/>
              <a:gd name="connsiteY2" fmla="*/ 3576543 h 4584909"/>
              <a:gd name="connsiteX3" fmla="*/ 5891214 w 6096000"/>
              <a:gd name="connsiteY3" fmla="*/ 3762666 h 4584909"/>
              <a:gd name="connsiteX4" fmla="*/ 3600782 w 6096000"/>
              <a:gd name="connsiteY4" fmla="*/ 4584909 h 4584909"/>
              <a:gd name="connsiteX5" fmla="*/ 0 w 6096000"/>
              <a:gd name="connsiteY5" fmla="*/ 984127 h 4584909"/>
              <a:gd name="connsiteX6" fmla="*/ 73156 w 6096000"/>
              <a:gd name="connsiteY6" fmla="*/ 258444 h 4584909"/>
            </a:gdLst>
            <a:ahLst/>
            <a:cxnLst/>
            <a:rect l="l" t="t" r="r" b="b"/>
            <a:pathLst>
              <a:path w="6096000" h="4584909">
                <a:moveTo>
                  <a:pt x="139608" y="0"/>
                </a:moveTo>
                <a:lnTo>
                  <a:pt x="6096000" y="0"/>
                </a:lnTo>
                <a:lnTo>
                  <a:pt x="6096000" y="3576543"/>
                </a:lnTo>
                <a:lnTo>
                  <a:pt x="5891214" y="3762666"/>
                </a:lnTo>
                <a:cubicBezTo>
                  <a:pt x="5268786" y="4276338"/>
                  <a:pt x="4470819" y="4584909"/>
                  <a:pt x="3600782" y="4584909"/>
                </a:cubicBezTo>
                <a:cubicBezTo>
                  <a:pt x="1612125" y="4584909"/>
                  <a:pt x="0" y="2972784"/>
                  <a:pt x="0" y="984127"/>
                </a:cubicBezTo>
                <a:cubicBezTo>
                  <a:pt x="0" y="735545"/>
                  <a:pt x="25190" y="492846"/>
                  <a:pt x="73156" y="258444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0" y="1"/>
            <a:ext cx="6096000" cy="4584909"/>
          </a:xfrm>
          <a:custGeom>
            <a:avLst/>
            <a:gdLst>
              <a:gd name="connsiteX0" fmla="*/ 139608 w 6096000"/>
              <a:gd name="connsiteY0" fmla="*/ 0 h 4584909"/>
              <a:gd name="connsiteX1" fmla="*/ 6096000 w 6096000"/>
              <a:gd name="connsiteY1" fmla="*/ 0 h 4584909"/>
              <a:gd name="connsiteX2" fmla="*/ 6096000 w 6096000"/>
              <a:gd name="connsiteY2" fmla="*/ 3576543 h 4584909"/>
              <a:gd name="connsiteX3" fmla="*/ 5891214 w 6096000"/>
              <a:gd name="connsiteY3" fmla="*/ 3762666 h 4584909"/>
              <a:gd name="connsiteX4" fmla="*/ 3600782 w 6096000"/>
              <a:gd name="connsiteY4" fmla="*/ 4584909 h 4584909"/>
              <a:gd name="connsiteX5" fmla="*/ 0 w 6096000"/>
              <a:gd name="connsiteY5" fmla="*/ 984127 h 4584909"/>
              <a:gd name="connsiteX6" fmla="*/ 73156 w 6096000"/>
              <a:gd name="connsiteY6" fmla="*/ 258444 h 4584909"/>
            </a:gdLst>
            <a:ahLst/>
            <a:cxnLst/>
            <a:rect l="l" t="t" r="r" b="b"/>
            <a:pathLst>
              <a:path w="6096000" h="4584909">
                <a:moveTo>
                  <a:pt x="139608" y="0"/>
                </a:moveTo>
                <a:lnTo>
                  <a:pt x="6096000" y="0"/>
                </a:lnTo>
                <a:lnTo>
                  <a:pt x="6096000" y="3576543"/>
                </a:lnTo>
                <a:lnTo>
                  <a:pt x="5891214" y="3762666"/>
                </a:lnTo>
                <a:cubicBezTo>
                  <a:pt x="5268786" y="4276338"/>
                  <a:pt x="4470819" y="4584909"/>
                  <a:pt x="3600782" y="4584909"/>
                </a:cubicBezTo>
                <a:cubicBezTo>
                  <a:pt x="1612125" y="4584909"/>
                  <a:pt x="0" y="2972784"/>
                  <a:pt x="0" y="984127"/>
                </a:cubicBezTo>
                <a:cubicBezTo>
                  <a:pt x="0" y="735545"/>
                  <a:pt x="25190" y="492846"/>
                  <a:pt x="73156" y="2584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45000"/>
            </a:schemeClr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flipH="1">
            <a:off x="-1" y="1"/>
            <a:ext cx="5904835" cy="4393745"/>
          </a:xfrm>
          <a:custGeom>
            <a:avLst/>
            <a:gdLst>
              <a:gd name="connsiteX0" fmla="*/ 145630 w 5904835"/>
              <a:gd name="connsiteY0" fmla="*/ 0 h 4393745"/>
              <a:gd name="connsiteX1" fmla="*/ 5904835 w 5904835"/>
              <a:gd name="connsiteY1" fmla="*/ 0 h 4393745"/>
              <a:gd name="connsiteX2" fmla="*/ 5904835 w 5904835"/>
              <a:gd name="connsiteY2" fmla="*/ 3302388 h 4393745"/>
              <a:gd name="connsiteX3" fmla="*/ 5820581 w 5904835"/>
              <a:gd name="connsiteY3" fmla="*/ 3395091 h 4393745"/>
              <a:gd name="connsiteX4" fmla="*/ 3409617 w 5904835"/>
              <a:gd name="connsiteY4" fmla="*/ 4393745 h 4393745"/>
              <a:gd name="connsiteX5" fmla="*/ 0 w 5904835"/>
              <a:gd name="connsiteY5" fmla="*/ 984127 h 4393745"/>
              <a:gd name="connsiteX6" fmla="*/ 69271 w 5904835"/>
              <a:gd name="connsiteY6" fmla="*/ 296970 h 4393745"/>
            </a:gdLst>
            <a:ahLst/>
            <a:cxnLst/>
            <a:rect l="l" t="t" r="r" b="b"/>
            <a:pathLst>
              <a:path w="5904835" h="4393745">
                <a:moveTo>
                  <a:pt x="145630" y="0"/>
                </a:moveTo>
                <a:lnTo>
                  <a:pt x="5904835" y="0"/>
                </a:lnTo>
                <a:lnTo>
                  <a:pt x="5904835" y="3302388"/>
                </a:lnTo>
                <a:lnTo>
                  <a:pt x="5820581" y="3395091"/>
                </a:lnTo>
                <a:cubicBezTo>
                  <a:pt x="5203561" y="4012111"/>
                  <a:pt x="4351157" y="4393745"/>
                  <a:pt x="3409617" y="4393745"/>
                </a:cubicBezTo>
                <a:cubicBezTo>
                  <a:pt x="1526537" y="4393745"/>
                  <a:pt x="0" y="2867207"/>
                  <a:pt x="0" y="984127"/>
                </a:cubicBezTo>
                <a:cubicBezTo>
                  <a:pt x="0" y="748742"/>
                  <a:pt x="23852" y="518928"/>
                  <a:pt x="69271" y="29697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alphaModFix/>
          </a:blip>
          <a:srcRect t="1561" b="1561"/>
          <a:stretch>
            <a:fillRect/>
          </a:stretch>
        </p:blipFill>
        <p:spPr>
          <a:xfrm flipH="1">
            <a:off x="0" y="2"/>
            <a:ext cx="5591174" cy="4080083"/>
          </a:xfrm>
          <a:custGeom>
            <a:avLst/>
            <a:gdLst>
              <a:gd name="connsiteX0" fmla="*/ 162424 w 5591174"/>
              <a:gd name="connsiteY0" fmla="*/ 0 h 4080083"/>
              <a:gd name="connsiteX1" fmla="*/ 5591174 w 5591174"/>
              <a:gd name="connsiteY1" fmla="*/ 0 h 4080083"/>
              <a:gd name="connsiteX2" fmla="*/ 5591174 w 5591174"/>
              <a:gd name="connsiteY2" fmla="*/ 2811386 h 4080083"/>
              <a:gd name="connsiteX3" fmla="*/ 5484946 w 5591174"/>
              <a:gd name="connsiteY3" fmla="*/ 2953443 h 4080083"/>
              <a:gd name="connsiteX4" fmla="*/ 3095956 w 5591174"/>
              <a:gd name="connsiteY4" fmla="*/ 4080083 h 4080083"/>
              <a:gd name="connsiteX5" fmla="*/ 0 w 5591174"/>
              <a:gd name="connsiteY5" fmla="*/ 984127 h 4080083"/>
              <a:gd name="connsiteX6" fmla="*/ 139188 w 5591174"/>
              <a:gd name="connsiteY6" fmla="*/ 63485 h 4080083"/>
            </a:gdLst>
            <a:ahLst/>
            <a:cxnLst/>
            <a:rect l="l" t="t" r="r" b="b"/>
            <a:pathLst>
              <a:path w="5591174" h="4080083">
                <a:moveTo>
                  <a:pt x="162424" y="0"/>
                </a:moveTo>
                <a:lnTo>
                  <a:pt x="5591174" y="0"/>
                </a:lnTo>
                <a:lnTo>
                  <a:pt x="5591174" y="2811386"/>
                </a:lnTo>
                <a:lnTo>
                  <a:pt x="5484946" y="2953443"/>
                </a:lnTo>
                <a:cubicBezTo>
                  <a:pt x="4917102" y="3641510"/>
                  <a:pt x="4057746" y="4080083"/>
                  <a:pt x="3095956" y="4080083"/>
                </a:cubicBezTo>
                <a:cubicBezTo>
                  <a:pt x="1386107" y="4080083"/>
                  <a:pt x="0" y="2693976"/>
                  <a:pt x="0" y="984127"/>
                </a:cubicBezTo>
                <a:cubicBezTo>
                  <a:pt x="0" y="663531"/>
                  <a:pt x="48731" y="354315"/>
                  <a:pt x="139188" y="6348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6" name="标题 1"/>
          <p:cNvSpPr txBox="1"/>
          <p:nvPr/>
        </p:nvSpPr>
        <p:spPr>
          <a:xfrm flipH="1">
            <a:off x="0" y="3432630"/>
            <a:ext cx="3421288" cy="3425371"/>
          </a:xfrm>
          <a:custGeom>
            <a:avLst/>
            <a:gdLst>
              <a:gd name="connsiteX0" fmla="*/ 2486355 w 3421288"/>
              <a:gd name="connsiteY0" fmla="*/ 0 h 3425371"/>
              <a:gd name="connsiteX1" fmla="*/ 3225721 w 3421288"/>
              <a:gd name="connsiteY1" fmla="*/ 111782 h 3425371"/>
              <a:gd name="connsiteX2" fmla="*/ 3421288 w 3421288"/>
              <a:gd name="connsiteY2" fmla="*/ 183360 h 3425371"/>
              <a:gd name="connsiteX3" fmla="*/ 3421288 w 3421288"/>
              <a:gd name="connsiteY3" fmla="*/ 3425371 h 3425371"/>
              <a:gd name="connsiteX4" fmla="*/ 184854 w 3421288"/>
              <a:gd name="connsiteY4" fmla="*/ 3425371 h 3425371"/>
              <a:gd name="connsiteX5" fmla="*/ 111781 w 3421288"/>
              <a:gd name="connsiteY5" fmla="*/ 3225721 h 3425371"/>
              <a:gd name="connsiteX6" fmla="*/ 0 w 3421288"/>
              <a:gd name="connsiteY6" fmla="*/ 2486355 h 3425371"/>
              <a:gd name="connsiteX7" fmla="*/ 2486355 w 3421288"/>
              <a:gd name="connsiteY7" fmla="*/ 0 h 3425371"/>
            </a:gdLst>
            <a:ahLst/>
            <a:cxnLst/>
            <a:rect l="l" t="t" r="r" b="b"/>
            <a:pathLst>
              <a:path w="3421288" h="3425371">
                <a:moveTo>
                  <a:pt x="2486355" y="0"/>
                </a:moveTo>
                <a:cubicBezTo>
                  <a:pt x="2743826" y="0"/>
                  <a:pt x="2992156" y="39135"/>
                  <a:pt x="3225721" y="111782"/>
                </a:cubicBezTo>
                <a:lnTo>
                  <a:pt x="3421288" y="183360"/>
                </a:lnTo>
                <a:lnTo>
                  <a:pt x="3421288" y="3425371"/>
                </a:lnTo>
                <a:lnTo>
                  <a:pt x="184854" y="3425371"/>
                </a:lnTo>
                <a:lnTo>
                  <a:pt x="111781" y="3225721"/>
                </a:lnTo>
                <a:cubicBezTo>
                  <a:pt x="39135" y="2992156"/>
                  <a:pt x="0" y="2743826"/>
                  <a:pt x="0" y="2486355"/>
                </a:cubicBezTo>
                <a:cubicBezTo>
                  <a:pt x="0" y="1113179"/>
                  <a:pt x="1113179" y="0"/>
                  <a:pt x="2486355" y="0"/>
                </a:cubicBezTo>
                <a:close/>
              </a:path>
            </a:pathLst>
          </a:custGeom>
          <a:solidFill>
            <a:schemeClr val="accent2"/>
          </a:solidFill>
          <a:ln w="38100" cap="sq">
            <a:solidFill>
              <a:schemeClr val="accent2">
                <a:lumMod val="60000"/>
                <a:lumOff val="40000"/>
              </a:schemeClr>
            </a:solidFill>
            <a:miter/>
          </a:ln>
          <a:effectLst>
            <a:outerShdw blurRad="1905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flipH="1">
            <a:off x="0" y="3585030"/>
            <a:ext cx="3268888" cy="3272971"/>
          </a:xfrm>
          <a:custGeom>
            <a:avLst/>
            <a:gdLst>
              <a:gd name="connsiteX0" fmla="*/ 2333955 w 3268888"/>
              <a:gd name="connsiteY0" fmla="*/ 0 h 3272971"/>
              <a:gd name="connsiteX1" fmla="*/ 3242436 w 3268888"/>
              <a:gd name="connsiteY1" fmla="*/ 183414 h 3272971"/>
              <a:gd name="connsiteX2" fmla="*/ 3268888 w 3268888"/>
              <a:gd name="connsiteY2" fmla="*/ 196157 h 3272971"/>
              <a:gd name="connsiteX3" fmla="*/ 3268888 w 3268888"/>
              <a:gd name="connsiteY3" fmla="*/ 728720 h 3272971"/>
              <a:gd name="connsiteX4" fmla="*/ 3220174 w 3268888"/>
              <a:gd name="connsiteY4" fmla="*/ 699125 h 3272971"/>
              <a:gd name="connsiteX5" fmla="*/ 2333955 w 3268888"/>
              <a:gd name="connsiteY5" fmla="*/ 474726 h 3272971"/>
              <a:gd name="connsiteX6" fmla="*/ 474726 w 3268888"/>
              <a:gd name="connsiteY6" fmla="*/ 2333955 h 3272971"/>
              <a:gd name="connsiteX7" fmla="*/ 699125 w 3268888"/>
              <a:gd name="connsiteY7" fmla="*/ 3220174 h 3272971"/>
              <a:gd name="connsiteX8" fmla="*/ 731200 w 3268888"/>
              <a:gd name="connsiteY8" fmla="*/ 3272971 h 3272971"/>
              <a:gd name="connsiteX9" fmla="*/ 198123 w 3268888"/>
              <a:gd name="connsiteY9" fmla="*/ 3272971 h 3272971"/>
              <a:gd name="connsiteX10" fmla="*/ 183414 w 3268888"/>
              <a:gd name="connsiteY10" fmla="*/ 3242436 h 3272971"/>
              <a:gd name="connsiteX11" fmla="*/ 0 w 3268888"/>
              <a:gd name="connsiteY11" fmla="*/ 2333955 h 3272971"/>
              <a:gd name="connsiteX12" fmla="*/ 2333955 w 3268888"/>
              <a:gd name="connsiteY12" fmla="*/ 0 h 3272971"/>
            </a:gdLst>
            <a:ahLst/>
            <a:cxnLst/>
            <a:rect l="l" t="t" r="r" b="b"/>
            <a:pathLst>
              <a:path w="3268888" h="3272971">
                <a:moveTo>
                  <a:pt x="2333955" y="0"/>
                </a:moveTo>
                <a:cubicBezTo>
                  <a:pt x="2656207" y="0"/>
                  <a:pt x="2963205" y="65309"/>
                  <a:pt x="3242436" y="183414"/>
                </a:cubicBezTo>
                <a:lnTo>
                  <a:pt x="3268888" y="196157"/>
                </a:lnTo>
                <a:lnTo>
                  <a:pt x="3268888" y="728720"/>
                </a:lnTo>
                <a:lnTo>
                  <a:pt x="3220174" y="699125"/>
                </a:lnTo>
                <a:cubicBezTo>
                  <a:pt x="2956734" y="556016"/>
                  <a:pt x="2654838" y="474726"/>
                  <a:pt x="2333955" y="474726"/>
                </a:cubicBezTo>
                <a:cubicBezTo>
                  <a:pt x="1307131" y="474726"/>
                  <a:pt x="474726" y="1307131"/>
                  <a:pt x="474726" y="2333955"/>
                </a:cubicBezTo>
                <a:cubicBezTo>
                  <a:pt x="474726" y="2654838"/>
                  <a:pt x="556016" y="2956734"/>
                  <a:pt x="699125" y="3220174"/>
                </a:cubicBezTo>
                <a:lnTo>
                  <a:pt x="731200" y="3272971"/>
                </a:lnTo>
                <a:lnTo>
                  <a:pt x="198123" y="3272971"/>
                </a:lnTo>
                <a:lnTo>
                  <a:pt x="183414" y="3242436"/>
                </a:lnTo>
                <a:cubicBezTo>
                  <a:pt x="65309" y="2963205"/>
                  <a:pt x="0" y="2656207"/>
                  <a:pt x="0" y="2333955"/>
                </a:cubicBezTo>
                <a:cubicBezTo>
                  <a:pt x="0" y="1044947"/>
                  <a:pt x="1044947" y="0"/>
                  <a:pt x="2333955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flipH="1">
            <a:off x="3395747" y="3463539"/>
            <a:ext cx="2550430" cy="255043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317500" sx="102000" sy="102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flipH="1">
            <a:off x="288471" y="6473186"/>
            <a:ext cx="268882" cy="26888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flipH="1">
            <a:off x="369767" y="6553133"/>
            <a:ext cx="89170" cy="108989"/>
          </a:xfrm>
          <a:custGeom>
            <a:avLst/>
            <a:gdLst>
              <a:gd name="connsiteX0" fmla="*/ 1308571 w 1443284"/>
              <a:gd name="connsiteY0" fmla="*/ 676022 h 1764072"/>
              <a:gd name="connsiteX1" fmla="*/ 1308571 w 1443284"/>
              <a:gd name="connsiteY1" fmla="*/ 1087904 h 1764072"/>
              <a:gd name="connsiteX2" fmla="*/ 325189 w 1443284"/>
              <a:gd name="connsiteY2" fmla="*/ 1710749 h 1764072"/>
              <a:gd name="connsiteX3" fmla="*/ 0 w 1443284"/>
              <a:gd name="connsiteY3" fmla="*/ 1545550 h 1764072"/>
              <a:gd name="connsiteX4" fmla="*/ 0 w 1443284"/>
              <a:gd name="connsiteY4" fmla="*/ 218561 h 1764072"/>
              <a:gd name="connsiteX5" fmla="*/ 325189 w 1443284"/>
              <a:gd name="connsiteY5" fmla="*/ 53362 h 1764072"/>
              <a:gd name="connsiteX6" fmla="*/ 1308571 w 1443284"/>
              <a:gd name="connsiteY6" fmla="*/ 676022 h 1764072"/>
            </a:gdLst>
            <a:ahLst/>
            <a:cxnLst/>
            <a:rect l="l" t="t" r="r" b="b"/>
            <a:pathLst>
              <a:path w="1443284" h="1764072">
                <a:moveTo>
                  <a:pt x="1308571" y="676022"/>
                </a:moveTo>
                <a:cubicBezTo>
                  <a:pt x="1488281" y="789689"/>
                  <a:pt x="1488095" y="974236"/>
                  <a:pt x="1308571" y="1087904"/>
                </a:cubicBezTo>
                <a:lnTo>
                  <a:pt x="325189" y="1710749"/>
                </a:lnTo>
                <a:cubicBezTo>
                  <a:pt x="145479" y="1824417"/>
                  <a:pt x="0" y="1750375"/>
                  <a:pt x="0" y="1545550"/>
                </a:cubicBezTo>
                <a:lnTo>
                  <a:pt x="0" y="218561"/>
                </a:lnTo>
                <a:cubicBezTo>
                  <a:pt x="0" y="13551"/>
                  <a:pt x="145666" y="-60305"/>
                  <a:pt x="325189" y="53362"/>
                </a:cubicBezTo>
                <a:lnTo>
                  <a:pt x="1308571" y="676022"/>
                </a:lnTo>
                <a:close/>
              </a:path>
            </a:pathLst>
          </a:custGeom>
          <a:solidFill>
            <a:schemeClr val="accent2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flipH="1">
            <a:off x="3704257" y="5973620"/>
            <a:ext cx="196692" cy="19669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5478050" y="6147509"/>
            <a:ext cx="143917" cy="14391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flipH="1">
            <a:off x="6377020" y="2248442"/>
            <a:ext cx="220562" cy="220562"/>
          </a:xfrm>
          <a:prstGeom prst="ellipse">
            <a:avLst/>
          </a:prstGeom>
          <a:solidFill>
            <a:schemeClr val="accent1"/>
          </a:soli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>
            <a:alphaModFix/>
          </a:blip>
          <a:srcRect l="16667" r="16667"/>
          <a:stretch>
            <a:fillRect/>
          </a:stretch>
        </p:blipFill>
        <p:spPr>
          <a:xfrm flipH="1">
            <a:off x="3544736" y="3612528"/>
            <a:ext cx="2252452" cy="2252452"/>
          </a:xfrm>
          <a:custGeom>
            <a:avLst/>
            <a:gdLst>
              <a:gd name="connsiteX0" fmla="*/ 1126226 w 2252452"/>
              <a:gd name="connsiteY0" fmla="*/ 0 h 2252452"/>
              <a:gd name="connsiteX1" fmla="*/ 2252452 w 2252452"/>
              <a:gd name="connsiteY1" fmla="*/ 1126226 h 2252452"/>
              <a:gd name="connsiteX2" fmla="*/ 1126226 w 2252452"/>
              <a:gd name="connsiteY2" fmla="*/ 2252452 h 2252452"/>
              <a:gd name="connsiteX3" fmla="*/ 0 w 2252452"/>
              <a:gd name="connsiteY3" fmla="*/ 1126226 h 2252452"/>
              <a:gd name="connsiteX4" fmla="*/ 1126226 w 2252452"/>
              <a:gd name="connsiteY4" fmla="*/ 0 h 2252452"/>
            </a:gdLst>
            <a:ahLst/>
            <a:cxnLst/>
            <a:rect l="l" t="t" r="r" b="b"/>
            <a:pathLst>
              <a:path w="2252452" h="2252452">
                <a:moveTo>
                  <a:pt x="1126226" y="0"/>
                </a:moveTo>
                <a:cubicBezTo>
                  <a:pt x="1748223" y="0"/>
                  <a:pt x="2252452" y="504229"/>
                  <a:pt x="2252452" y="1126226"/>
                </a:cubicBezTo>
                <a:cubicBezTo>
                  <a:pt x="2252452" y="1748223"/>
                  <a:pt x="1748223" y="2252452"/>
                  <a:pt x="1126226" y="2252452"/>
                </a:cubicBezTo>
                <a:cubicBezTo>
                  <a:pt x="504229" y="2252452"/>
                  <a:pt x="0" y="1748223"/>
                  <a:pt x="0" y="1126226"/>
                </a:cubicBezTo>
                <a:cubicBezTo>
                  <a:pt x="0" y="504229"/>
                  <a:pt x="504229" y="0"/>
                  <a:pt x="112622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5" name="标题 1"/>
          <p:cNvSpPr txBox="1"/>
          <p:nvPr/>
        </p:nvSpPr>
        <p:spPr>
          <a:xfrm>
            <a:off x="-1248427" y="5111027"/>
            <a:ext cx="3716941" cy="120209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4EE0">
                    <a:alpha val="41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202X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flipH="1">
            <a:off x="4075134" y="6160090"/>
            <a:ext cx="545340" cy="54534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740147" flipH="1">
            <a:off x="4219204" y="6304160"/>
            <a:ext cx="257200" cy="257200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9792577" y="433887"/>
            <a:ext cx="1757307" cy="406400"/>
          </a:xfrm>
          <a:prstGeom prst="roundRect">
            <a:avLst>
              <a:gd name="adj" fmla="val 12287"/>
            </a:avLst>
          </a:prstGeom>
          <a:solidFill>
            <a:schemeClr val="accent2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7565925" y="2290570"/>
            <a:ext cx="2703140" cy="10754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3495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Part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9798762" y="987846"/>
            <a:ext cx="1772100" cy="23781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3495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04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9941115" y="546422"/>
            <a:ext cx="1460232" cy="181329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443870" y="1849765"/>
            <a:ext cx="1766559" cy="1766559"/>
          </a:xfrm>
          <a:prstGeom prst="flowChartConnector">
            <a:avLst/>
          </a:prstGeom>
          <a:gradFill>
            <a:gsLst>
              <a:gs pos="0">
                <a:schemeClr val="accent1"/>
              </a:gs>
              <a:gs pos="98000">
                <a:schemeClr val="accent1">
                  <a:lumMod val="60000"/>
                  <a:lumOff val="40000"/>
                </a:schemeClr>
              </a:gs>
            </a:gsLst>
            <a:lin ang="135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254095" y="1659990"/>
            <a:ext cx="2146108" cy="2146108"/>
          </a:xfrm>
          <a:prstGeom prst="flowChartConnector">
            <a:avLst/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228848" y="3876675"/>
            <a:ext cx="4196603" cy="5905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多目标代码生成架构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7976320" y="1849765"/>
            <a:ext cx="1766559" cy="1766559"/>
          </a:xfrm>
          <a:prstGeom prst="flowChartConnector">
            <a:avLst/>
          </a:prstGeom>
          <a:gradFill>
            <a:gsLst>
              <a:gs pos="0">
                <a:schemeClr val="accent2"/>
              </a:gs>
              <a:gs pos="98000">
                <a:schemeClr val="accent2">
                  <a:lumMod val="60000"/>
                  <a:lumOff val="40000"/>
                </a:schemeClr>
              </a:gs>
            </a:gsLst>
            <a:lin ang="135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786545" y="1659990"/>
            <a:ext cx="2146108" cy="2146108"/>
          </a:xfrm>
          <a:prstGeom prst="flowChartConnector">
            <a:avLst/>
          </a:prstGeom>
          <a:noFill/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756047" y="3876675"/>
            <a:ext cx="4207105" cy="5905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访问者模式应用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2673552" y="2246304"/>
            <a:ext cx="1307194" cy="9734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206002" y="2246304"/>
            <a:ext cx="1307194" cy="9734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228848" y="4431979"/>
            <a:ext cx="4196602" cy="1898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支持 C 代码、LLVM IR、RISC- V 汇编多种目标。
可扩展的代码生成器接口设计，预留优化空间。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756047" y="4431979"/>
            <a:ext cx="4207105" cy="189897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支持可扩展的 AST 操作，便于添加新功能。
代码结构清晰，维护性强，提升开发效率。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技术创新点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010766" y="2281068"/>
            <a:ext cx="912904" cy="1053892"/>
          </a:xfrm>
          <a:custGeom>
            <a:avLst/>
            <a:gdLst>
              <a:gd name="T0" fmla="*/ 0 w 2066"/>
              <a:gd name="T1" fmla="*/ 0 h 2385"/>
              <a:gd name="T2" fmla="*/ 2066 w 2066"/>
              <a:gd name="T3" fmla="*/ 1193 h 2385"/>
              <a:gd name="T4" fmla="*/ 0 w 2066"/>
              <a:gd name="T5" fmla="*/ 2385 h 2385"/>
              <a:gd name="T6" fmla="*/ 0 w 2066"/>
              <a:gd name="T7" fmla="*/ 0 h 2385"/>
            </a:gdLst>
            <a:ahLst/>
            <a:cxnLst/>
            <a:rect l="0" t="0" r="r" b="b"/>
            <a:pathLst>
              <a:path w="2066" h="2385">
                <a:moveTo>
                  <a:pt x="0" y="0"/>
                </a:moveTo>
                <a:cubicBezTo>
                  <a:pt x="853" y="0"/>
                  <a:pt x="1640" y="455"/>
                  <a:pt x="2066" y="1193"/>
                </a:cubicBezTo>
                <a:lnTo>
                  <a:pt x="0" y="2385"/>
                </a:lnTo>
                <a:lnTo>
                  <a:pt x="0" y="0"/>
                </a:lnTo>
                <a:close/>
              </a:path>
            </a:pathLst>
          </a:custGeom>
          <a:noFill/>
          <a:ln w="19050" cap="flat">
            <a:noFill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052483" y="3042738"/>
            <a:ext cx="1100890" cy="1053892"/>
          </a:xfrm>
          <a:custGeom>
            <a:avLst/>
            <a:gdLst>
              <a:gd name="T0" fmla="*/ 2066 w 2492"/>
              <a:gd name="T1" fmla="*/ 0 h 2385"/>
              <a:gd name="T2" fmla="*/ 2066 w 2492"/>
              <a:gd name="T3" fmla="*/ 2385 h 2385"/>
              <a:gd name="T4" fmla="*/ 0 w 2492"/>
              <a:gd name="T5" fmla="*/ 1192 h 2385"/>
              <a:gd name="T6" fmla="*/ 2066 w 2492"/>
              <a:gd name="T7" fmla="*/ 0 h 2385"/>
            </a:gdLst>
            <a:ahLst/>
            <a:cxnLst/>
            <a:rect l="0" t="0" r="r" b="b"/>
            <a:pathLst>
              <a:path w="2492" h="2385">
                <a:moveTo>
                  <a:pt x="2066" y="0"/>
                </a:moveTo>
                <a:cubicBezTo>
                  <a:pt x="2492" y="738"/>
                  <a:pt x="2492" y="1647"/>
                  <a:pt x="2066" y="2385"/>
                </a:cubicBezTo>
                <a:lnTo>
                  <a:pt x="0" y="1192"/>
                </a:lnTo>
                <a:lnTo>
                  <a:pt x="2066" y="0"/>
                </a:lnTo>
                <a:close/>
              </a:path>
            </a:pathLst>
          </a:custGeom>
          <a:noFill/>
          <a:ln w="19050" cap="flat">
            <a:noFill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010766" y="3802972"/>
            <a:ext cx="912904" cy="1055068"/>
          </a:xfrm>
          <a:custGeom>
            <a:avLst/>
            <a:gdLst>
              <a:gd name="T0" fmla="*/ 2066 w 2066"/>
              <a:gd name="T1" fmla="*/ 1193 h 2386"/>
              <a:gd name="T2" fmla="*/ 0 w 2066"/>
              <a:gd name="T3" fmla="*/ 2386 h 2386"/>
              <a:gd name="T4" fmla="*/ 0 w 2066"/>
              <a:gd name="T5" fmla="*/ 0 h 2386"/>
              <a:gd name="T6" fmla="*/ 2066 w 2066"/>
              <a:gd name="T7" fmla="*/ 1193 h 2386"/>
            </a:gdLst>
            <a:ahLst/>
            <a:cxnLst/>
            <a:rect l="0" t="0" r="r" b="b"/>
            <a:pathLst>
              <a:path w="2066" h="2386">
                <a:moveTo>
                  <a:pt x="2066" y="1193"/>
                </a:moveTo>
                <a:cubicBezTo>
                  <a:pt x="1640" y="1931"/>
                  <a:pt x="853" y="2386"/>
                  <a:pt x="0" y="2386"/>
                </a:cubicBezTo>
                <a:lnTo>
                  <a:pt x="0" y="0"/>
                </a:lnTo>
                <a:lnTo>
                  <a:pt x="2066" y="1193"/>
                </a:lnTo>
                <a:close/>
              </a:path>
            </a:pathLst>
          </a:custGeom>
          <a:noFill/>
          <a:ln w="19050" cap="flat">
            <a:noFill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694123" y="3802973"/>
            <a:ext cx="911728" cy="1055066"/>
          </a:xfrm>
          <a:custGeom>
            <a:avLst/>
            <a:gdLst>
              <a:gd name="T0" fmla="*/ 2065 w 2065"/>
              <a:gd name="T1" fmla="*/ 2386 h 2386"/>
              <a:gd name="T2" fmla="*/ 0 w 2065"/>
              <a:gd name="T3" fmla="*/ 1193 h 2386"/>
              <a:gd name="T4" fmla="*/ 2065 w 2065"/>
              <a:gd name="T5" fmla="*/ 0 h 2386"/>
              <a:gd name="T6" fmla="*/ 2065 w 2065"/>
              <a:gd name="T7" fmla="*/ 2386 h 2386"/>
            </a:gdLst>
            <a:ahLst/>
            <a:cxnLst/>
            <a:rect l="0" t="0" r="r" b="b"/>
            <a:pathLst>
              <a:path w="2065" h="2386">
                <a:moveTo>
                  <a:pt x="2065" y="2386"/>
                </a:moveTo>
                <a:cubicBezTo>
                  <a:pt x="1213" y="2386"/>
                  <a:pt x="426" y="1931"/>
                  <a:pt x="0" y="1193"/>
                </a:cubicBezTo>
                <a:lnTo>
                  <a:pt x="2065" y="0"/>
                </a:lnTo>
                <a:lnTo>
                  <a:pt x="2065" y="2386"/>
                </a:lnTo>
                <a:close/>
              </a:path>
            </a:pathLst>
          </a:custGeom>
          <a:noFill/>
          <a:ln w="19050" cap="flat">
            <a:noFill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464421" y="3042739"/>
            <a:ext cx="1099712" cy="1053890"/>
          </a:xfrm>
          <a:custGeom>
            <a:avLst/>
            <a:gdLst>
              <a:gd name="T0" fmla="*/ 426 w 2491"/>
              <a:gd name="T1" fmla="*/ 2385 h 2385"/>
              <a:gd name="T2" fmla="*/ 426 w 2491"/>
              <a:gd name="T3" fmla="*/ 0 h 2385"/>
              <a:gd name="T4" fmla="*/ 2491 w 2491"/>
              <a:gd name="T5" fmla="*/ 1192 h 2385"/>
              <a:gd name="T6" fmla="*/ 426 w 2491"/>
              <a:gd name="T7" fmla="*/ 2385 h 2385"/>
            </a:gdLst>
            <a:ahLst/>
            <a:cxnLst/>
            <a:rect l="0" t="0" r="r" b="b"/>
            <a:pathLst>
              <a:path w="2491" h="2385">
                <a:moveTo>
                  <a:pt x="426" y="2385"/>
                </a:moveTo>
                <a:cubicBezTo>
                  <a:pt x="0" y="1647"/>
                  <a:pt x="0" y="738"/>
                  <a:pt x="426" y="0"/>
                </a:cubicBezTo>
                <a:lnTo>
                  <a:pt x="2491" y="1192"/>
                </a:lnTo>
                <a:lnTo>
                  <a:pt x="426" y="2385"/>
                </a:lnTo>
                <a:close/>
              </a:path>
            </a:pathLst>
          </a:custGeom>
          <a:noFill/>
          <a:ln w="19050" cap="flat">
            <a:noFill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1482822" y="2298710"/>
            <a:ext cx="2652408" cy="2541948"/>
            <a:chOff x="1482822" y="2298710"/>
            <a:chExt cx="2652408" cy="2541948"/>
          </a:xfrm>
        </p:grpSpPr>
        <p:sp>
          <p:nvSpPr>
            <p:cNvPr id="13" name="标题 1"/>
            <p:cNvSpPr txBox="1"/>
            <p:nvPr/>
          </p:nvSpPr>
          <p:spPr>
            <a:xfrm>
              <a:off x="2808318" y="2298710"/>
              <a:ext cx="1100332" cy="1270266"/>
            </a:xfrm>
            <a:custGeom>
              <a:avLst/>
              <a:gdLst>
                <a:gd name="T0" fmla="*/ 0 w 2066"/>
                <a:gd name="T1" fmla="*/ 0 h 2385"/>
                <a:gd name="T2" fmla="*/ 2066 w 2066"/>
                <a:gd name="T3" fmla="*/ 1193 h 2385"/>
                <a:gd name="T4" fmla="*/ 0 w 2066"/>
                <a:gd name="T5" fmla="*/ 2385 h 2385"/>
                <a:gd name="T6" fmla="*/ 0 w 2066"/>
                <a:gd name="T7" fmla="*/ 0 h 2385"/>
              </a:gdLst>
              <a:ahLst/>
              <a:cxnLst/>
              <a:rect l="0" t="0" r="r" b="b"/>
              <a:pathLst>
                <a:path w="2066" h="2385">
                  <a:moveTo>
                    <a:pt x="0" y="0"/>
                  </a:moveTo>
                  <a:cubicBezTo>
                    <a:pt x="853" y="0"/>
                    <a:pt x="1640" y="455"/>
                    <a:pt x="2066" y="1193"/>
                  </a:cubicBezTo>
                  <a:lnTo>
                    <a:pt x="0" y="23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 cap="sq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4" name="标题 1"/>
            <p:cNvSpPr txBox="1"/>
            <p:nvPr/>
          </p:nvSpPr>
          <p:spPr>
            <a:xfrm>
              <a:off x="2808318" y="2934551"/>
              <a:ext cx="1326912" cy="1270266"/>
            </a:xfrm>
            <a:custGeom>
              <a:avLst/>
              <a:gdLst>
                <a:gd name="T0" fmla="*/ 2066 w 2492"/>
                <a:gd name="T1" fmla="*/ 0 h 2385"/>
                <a:gd name="T2" fmla="*/ 2066 w 2492"/>
                <a:gd name="T3" fmla="*/ 2385 h 2385"/>
                <a:gd name="T4" fmla="*/ 0 w 2492"/>
                <a:gd name="T5" fmla="*/ 1192 h 2385"/>
                <a:gd name="T6" fmla="*/ 2066 w 2492"/>
                <a:gd name="T7" fmla="*/ 0 h 2385"/>
              </a:gdLst>
              <a:ahLst/>
              <a:cxnLst/>
              <a:rect l="0" t="0" r="r" b="b"/>
              <a:pathLst>
                <a:path w="2492" h="2385">
                  <a:moveTo>
                    <a:pt x="2066" y="0"/>
                  </a:moveTo>
                  <a:cubicBezTo>
                    <a:pt x="2492" y="738"/>
                    <a:pt x="2492" y="1647"/>
                    <a:pt x="2066" y="2385"/>
                  </a:cubicBezTo>
                  <a:lnTo>
                    <a:pt x="0" y="1192"/>
                  </a:lnTo>
                  <a:lnTo>
                    <a:pt x="2066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 cap="sq">
              <a:noFill/>
              <a:round/>
              <a:headEnd/>
              <a:tailEnd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>
              <a:off x="2808318" y="3568976"/>
              <a:ext cx="1100332" cy="1271682"/>
            </a:xfrm>
            <a:custGeom>
              <a:avLst/>
              <a:gdLst>
                <a:gd name="T0" fmla="*/ 2066 w 2066"/>
                <a:gd name="T1" fmla="*/ 1193 h 2386"/>
                <a:gd name="T2" fmla="*/ 0 w 2066"/>
                <a:gd name="T3" fmla="*/ 2386 h 2386"/>
                <a:gd name="T4" fmla="*/ 0 w 2066"/>
                <a:gd name="T5" fmla="*/ 0 h 2386"/>
                <a:gd name="T6" fmla="*/ 2066 w 2066"/>
                <a:gd name="T7" fmla="*/ 1193 h 2386"/>
              </a:gdLst>
              <a:ahLst/>
              <a:cxnLst/>
              <a:rect l="0" t="0" r="r" b="b"/>
              <a:pathLst>
                <a:path w="2066" h="2386">
                  <a:moveTo>
                    <a:pt x="2066" y="1193"/>
                  </a:moveTo>
                  <a:cubicBezTo>
                    <a:pt x="1640" y="1931"/>
                    <a:pt x="853" y="2386"/>
                    <a:pt x="0" y="2386"/>
                  </a:cubicBezTo>
                  <a:lnTo>
                    <a:pt x="0" y="0"/>
                  </a:lnTo>
                  <a:lnTo>
                    <a:pt x="2066" y="1193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 cap="sq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1709402" y="3568976"/>
              <a:ext cx="1098915" cy="1271682"/>
            </a:xfrm>
            <a:custGeom>
              <a:avLst/>
              <a:gdLst>
                <a:gd name="T0" fmla="*/ 2065 w 2065"/>
                <a:gd name="T1" fmla="*/ 2386 h 2386"/>
                <a:gd name="T2" fmla="*/ 0 w 2065"/>
                <a:gd name="T3" fmla="*/ 1193 h 2386"/>
                <a:gd name="T4" fmla="*/ 2065 w 2065"/>
                <a:gd name="T5" fmla="*/ 0 h 2386"/>
                <a:gd name="T6" fmla="*/ 2065 w 2065"/>
                <a:gd name="T7" fmla="*/ 2386 h 2386"/>
              </a:gdLst>
              <a:ahLst/>
              <a:cxnLst/>
              <a:rect l="0" t="0" r="r" b="b"/>
              <a:pathLst>
                <a:path w="2065" h="2386">
                  <a:moveTo>
                    <a:pt x="2065" y="2386"/>
                  </a:moveTo>
                  <a:cubicBezTo>
                    <a:pt x="1213" y="2386"/>
                    <a:pt x="426" y="1931"/>
                    <a:pt x="0" y="1193"/>
                  </a:cubicBezTo>
                  <a:lnTo>
                    <a:pt x="2065" y="0"/>
                  </a:lnTo>
                  <a:lnTo>
                    <a:pt x="2065" y="2386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 cap="sq">
              <a:noFill/>
              <a:round/>
              <a:headEnd/>
              <a:tailEnd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>
              <a:off x="1482822" y="2934551"/>
              <a:ext cx="1325496" cy="1270266"/>
            </a:xfrm>
            <a:custGeom>
              <a:avLst/>
              <a:gdLst>
                <a:gd name="T0" fmla="*/ 426 w 2491"/>
                <a:gd name="T1" fmla="*/ 2385 h 2385"/>
                <a:gd name="T2" fmla="*/ 426 w 2491"/>
                <a:gd name="T3" fmla="*/ 0 h 2385"/>
                <a:gd name="T4" fmla="*/ 2491 w 2491"/>
                <a:gd name="T5" fmla="*/ 1192 h 2385"/>
                <a:gd name="T6" fmla="*/ 426 w 2491"/>
                <a:gd name="T7" fmla="*/ 2385 h 2385"/>
              </a:gdLst>
              <a:ahLst/>
              <a:cxnLst/>
              <a:rect l="0" t="0" r="r" b="b"/>
              <a:pathLst>
                <a:path w="2491" h="2385">
                  <a:moveTo>
                    <a:pt x="426" y="2385"/>
                  </a:moveTo>
                  <a:cubicBezTo>
                    <a:pt x="0" y="1647"/>
                    <a:pt x="0" y="738"/>
                    <a:pt x="426" y="0"/>
                  </a:cubicBezTo>
                  <a:lnTo>
                    <a:pt x="2491" y="1192"/>
                  </a:lnTo>
                  <a:lnTo>
                    <a:pt x="426" y="238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 cap="sq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>
              <a:off x="1709402" y="2298710"/>
              <a:ext cx="1098915" cy="1270266"/>
            </a:xfrm>
            <a:custGeom>
              <a:avLst/>
              <a:gdLst>
                <a:gd name="T0" fmla="*/ 0 w 2065"/>
                <a:gd name="T1" fmla="*/ 1193 h 2385"/>
                <a:gd name="T2" fmla="*/ 2065 w 2065"/>
                <a:gd name="T3" fmla="*/ 0 h 2385"/>
                <a:gd name="T4" fmla="*/ 2065 w 2065"/>
                <a:gd name="T5" fmla="*/ 2385 h 2385"/>
                <a:gd name="T6" fmla="*/ 0 w 2065"/>
                <a:gd name="T7" fmla="*/ 1193 h 2385"/>
              </a:gdLst>
              <a:ahLst/>
              <a:cxnLst/>
              <a:rect l="0" t="0" r="r" b="b"/>
              <a:pathLst>
                <a:path w="2065" h="2385">
                  <a:moveTo>
                    <a:pt x="0" y="1193"/>
                  </a:moveTo>
                  <a:cubicBezTo>
                    <a:pt x="426" y="455"/>
                    <a:pt x="1213" y="0"/>
                    <a:pt x="2065" y="0"/>
                  </a:cubicBezTo>
                  <a:lnTo>
                    <a:pt x="2065" y="2385"/>
                  </a:lnTo>
                  <a:lnTo>
                    <a:pt x="0" y="1193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 cap="sq">
              <a:noFill/>
              <a:round/>
              <a:headEnd/>
              <a:tailEnd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1694123" y="2281068"/>
            <a:ext cx="911728" cy="1053892"/>
          </a:xfrm>
          <a:custGeom>
            <a:avLst/>
            <a:gdLst>
              <a:gd name="T0" fmla="*/ 0 w 2065"/>
              <a:gd name="T1" fmla="*/ 1193 h 2385"/>
              <a:gd name="T2" fmla="*/ 2065 w 2065"/>
              <a:gd name="T3" fmla="*/ 0 h 2385"/>
              <a:gd name="T4" fmla="*/ 2065 w 2065"/>
              <a:gd name="T5" fmla="*/ 2385 h 2385"/>
              <a:gd name="T6" fmla="*/ 0 w 2065"/>
              <a:gd name="T7" fmla="*/ 1193 h 2385"/>
            </a:gdLst>
            <a:ahLst/>
            <a:cxnLst/>
            <a:rect l="0" t="0" r="r" b="b"/>
            <a:pathLst>
              <a:path w="2065" h="2385">
                <a:moveTo>
                  <a:pt x="0" y="1193"/>
                </a:moveTo>
                <a:cubicBezTo>
                  <a:pt x="426" y="455"/>
                  <a:pt x="1213" y="0"/>
                  <a:pt x="2065" y="0"/>
                </a:cubicBezTo>
                <a:lnTo>
                  <a:pt x="2065" y="2385"/>
                </a:lnTo>
                <a:lnTo>
                  <a:pt x="0" y="1193"/>
                </a:lnTo>
                <a:close/>
              </a:path>
            </a:pathLst>
          </a:custGeom>
          <a:noFill/>
          <a:ln w="19050" cap="flat">
            <a:noFill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137650" y="2898307"/>
            <a:ext cx="1342752" cy="134275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596610" y="3334694"/>
            <a:ext cx="424833" cy="424833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76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9572272" y="2281068"/>
            <a:ext cx="912904" cy="1053892"/>
          </a:xfrm>
          <a:custGeom>
            <a:avLst/>
            <a:gdLst>
              <a:gd name="T0" fmla="*/ 0 w 2066"/>
              <a:gd name="T1" fmla="*/ 0 h 2385"/>
              <a:gd name="T2" fmla="*/ 2066 w 2066"/>
              <a:gd name="T3" fmla="*/ 1193 h 2385"/>
              <a:gd name="T4" fmla="*/ 0 w 2066"/>
              <a:gd name="T5" fmla="*/ 2385 h 2385"/>
              <a:gd name="T6" fmla="*/ 0 w 2066"/>
              <a:gd name="T7" fmla="*/ 0 h 2385"/>
            </a:gdLst>
            <a:ahLst/>
            <a:cxnLst/>
            <a:rect l="0" t="0" r="r" b="b"/>
            <a:pathLst>
              <a:path w="2066" h="2385">
                <a:moveTo>
                  <a:pt x="0" y="0"/>
                </a:moveTo>
                <a:cubicBezTo>
                  <a:pt x="853" y="0"/>
                  <a:pt x="1640" y="455"/>
                  <a:pt x="2066" y="1193"/>
                </a:cubicBezTo>
                <a:lnTo>
                  <a:pt x="0" y="2385"/>
                </a:lnTo>
                <a:lnTo>
                  <a:pt x="0" y="0"/>
                </a:lnTo>
                <a:close/>
              </a:path>
            </a:pathLst>
          </a:custGeom>
          <a:noFill/>
          <a:ln w="19050" cap="flat">
            <a:noFill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9613989" y="3042738"/>
            <a:ext cx="1100890" cy="1053892"/>
          </a:xfrm>
          <a:custGeom>
            <a:avLst/>
            <a:gdLst>
              <a:gd name="T0" fmla="*/ 2066 w 2492"/>
              <a:gd name="T1" fmla="*/ 0 h 2385"/>
              <a:gd name="T2" fmla="*/ 2066 w 2492"/>
              <a:gd name="T3" fmla="*/ 2385 h 2385"/>
              <a:gd name="T4" fmla="*/ 0 w 2492"/>
              <a:gd name="T5" fmla="*/ 1192 h 2385"/>
              <a:gd name="T6" fmla="*/ 2066 w 2492"/>
              <a:gd name="T7" fmla="*/ 0 h 2385"/>
            </a:gdLst>
            <a:ahLst/>
            <a:cxnLst/>
            <a:rect l="0" t="0" r="r" b="b"/>
            <a:pathLst>
              <a:path w="2492" h="2385">
                <a:moveTo>
                  <a:pt x="2066" y="0"/>
                </a:moveTo>
                <a:cubicBezTo>
                  <a:pt x="2492" y="738"/>
                  <a:pt x="2492" y="1647"/>
                  <a:pt x="2066" y="2385"/>
                </a:cubicBezTo>
                <a:lnTo>
                  <a:pt x="0" y="1192"/>
                </a:lnTo>
                <a:lnTo>
                  <a:pt x="2066" y="0"/>
                </a:lnTo>
                <a:close/>
              </a:path>
            </a:pathLst>
          </a:custGeom>
          <a:noFill/>
          <a:ln w="19050" cap="flat">
            <a:noFill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9572272" y="3802972"/>
            <a:ext cx="912904" cy="1055068"/>
          </a:xfrm>
          <a:custGeom>
            <a:avLst/>
            <a:gdLst>
              <a:gd name="T0" fmla="*/ 2066 w 2066"/>
              <a:gd name="T1" fmla="*/ 1193 h 2386"/>
              <a:gd name="T2" fmla="*/ 0 w 2066"/>
              <a:gd name="T3" fmla="*/ 2386 h 2386"/>
              <a:gd name="T4" fmla="*/ 0 w 2066"/>
              <a:gd name="T5" fmla="*/ 0 h 2386"/>
              <a:gd name="T6" fmla="*/ 2066 w 2066"/>
              <a:gd name="T7" fmla="*/ 1193 h 2386"/>
            </a:gdLst>
            <a:ahLst/>
            <a:cxnLst/>
            <a:rect l="0" t="0" r="r" b="b"/>
            <a:pathLst>
              <a:path w="2066" h="2386">
                <a:moveTo>
                  <a:pt x="2066" y="1193"/>
                </a:moveTo>
                <a:cubicBezTo>
                  <a:pt x="1640" y="1931"/>
                  <a:pt x="853" y="2386"/>
                  <a:pt x="0" y="2386"/>
                </a:cubicBezTo>
                <a:lnTo>
                  <a:pt x="0" y="0"/>
                </a:lnTo>
                <a:lnTo>
                  <a:pt x="2066" y="1193"/>
                </a:lnTo>
                <a:close/>
              </a:path>
            </a:pathLst>
          </a:custGeom>
          <a:noFill/>
          <a:ln w="19050" cap="flat">
            <a:noFill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8255629" y="3802973"/>
            <a:ext cx="911728" cy="1055066"/>
          </a:xfrm>
          <a:custGeom>
            <a:avLst/>
            <a:gdLst>
              <a:gd name="T0" fmla="*/ 2065 w 2065"/>
              <a:gd name="T1" fmla="*/ 2386 h 2386"/>
              <a:gd name="T2" fmla="*/ 0 w 2065"/>
              <a:gd name="T3" fmla="*/ 1193 h 2386"/>
              <a:gd name="T4" fmla="*/ 2065 w 2065"/>
              <a:gd name="T5" fmla="*/ 0 h 2386"/>
              <a:gd name="T6" fmla="*/ 2065 w 2065"/>
              <a:gd name="T7" fmla="*/ 2386 h 2386"/>
            </a:gdLst>
            <a:ahLst/>
            <a:cxnLst/>
            <a:rect l="0" t="0" r="r" b="b"/>
            <a:pathLst>
              <a:path w="2065" h="2386">
                <a:moveTo>
                  <a:pt x="2065" y="2386"/>
                </a:moveTo>
                <a:cubicBezTo>
                  <a:pt x="1213" y="2386"/>
                  <a:pt x="426" y="1931"/>
                  <a:pt x="0" y="1193"/>
                </a:cubicBezTo>
                <a:lnTo>
                  <a:pt x="2065" y="0"/>
                </a:lnTo>
                <a:lnTo>
                  <a:pt x="2065" y="2386"/>
                </a:lnTo>
                <a:close/>
              </a:path>
            </a:pathLst>
          </a:custGeom>
          <a:noFill/>
          <a:ln w="19050" cap="flat">
            <a:noFill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8025927" y="3042739"/>
            <a:ext cx="1099712" cy="1053890"/>
          </a:xfrm>
          <a:custGeom>
            <a:avLst/>
            <a:gdLst>
              <a:gd name="T0" fmla="*/ 426 w 2491"/>
              <a:gd name="T1" fmla="*/ 2385 h 2385"/>
              <a:gd name="T2" fmla="*/ 426 w 2491"/>
              <a:gd name="T3" fmla="*/ 0 h 2385"/>
              <a:gd name="T4" fmla="*/ 2491 w 2491"/>
              <a:gd name="T5" fmla="*/ 1192 h 2385"/>
              <a:gd name="T6" fmla="*/ 426 w 2491"/>
              <a:gd name="T7" fmla="*/ 2385 h 2385"/>
            </a:gdLst>
            <a:ahLst/>
            <a:cxnLst/>
            <a:rect l="0" t="0" r="r" b="b"/>
            <a:pathLst>
              <a:path w="2491" h="2385">
                <a:moveTo>
                  <a:pt x="426" y="2385"/>
                </a:moveTo>
                <a:cubicBezTo>
                  <a:pt x="0" y="1647"/>
                  <a:pt x="0" y="738"/>
                  <a:pt x="426" y="0"/>
                </a:cubicBezTo>
                <a:lnTo>
                  <a:pt x="2491" y="1192"/>
                </a:lnTo>
                <a:lnTo>
                  <a:pt x="426" y="2385"/>
                </a:lnTo>
                <a:close/>
              </a:path>
            </a:pathLst>
          </a:custGeom>
          <a:noFill/>
          <a:ln w="19050" cap="flat">
            <a:noFill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8044328" y="2298710"/>
            <a:ext cx="2652408" cy="2541948"/>
            <a:chOff x="8044328" y="2298710"/>
            <a:chExt cx="2652408" cy="2541948"/>
          </a:xfrm>
        </p:grpSpPr>
        <p:sp>
          <p:nvSpPr>
            <p:cNvPr id="28" name="标题 1"/>
            <p:cNvSpPr txBox="1"/>
            <p:nvPr/>
          </p:nvSpPr>
          <p:spPr>
            <a:xfrm>
              <a:off x="9369824" y="2298710"/>
              <a:ext cx="1100332" cy="1270266"/>
            </a:xfrm>
            <a:custGeom>
              <a:avLst/>
              <a:gdLst>
                <a:gd name="T0" fmla="*/ 0 w 2066"/>
                <a:gd name="T1" fmla="*/ 0 h 2385"/>
                <a:gd name="T2" fmla="*/ 2066 w 2066"/>
                <a:gd name="T3" fmla="*/ 1193 h 2385"/>
                <a:gd name="T4" fmla="*/ 0 w 2066"/>
                <a:gd name="T5" fmla="*/ 2385 h 2385"/>
                <a:gd name="T6" fmla="*/ 0 w 2066"/>
                <a:gd name="T7" fmla="*/ 0 h 2385"/>
              </a:gdLst>
              <a:ahLst/>
              <a:cxnLst/>
              <a:rect l="0" t="0" r="r" b="b"/>
              <a:pathLst>
                <a:path w="2066" h="2385">
                  <a:moveTo>
                    <a:pt x="0" y="0"/>
                  </a:moveTo>
                  <a:cubicBezTo>
                    <a:pt x="853" y="0"/>
                    <a:pt x="1640" y="455"/>
                    <a:pt x="2066" y="1193"/>
                  </a:cubicBezTo>
                  <a:lnTo>
                    <a:pt x="0" y="23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 cap="sq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9" name="标题 1"/>
            <p:cNvSpPr txBox="1"/>
            <p:nvPr/>
          </p:nvSpPr>
          <p:spPr>
            <a:xfrm>
              <a:off x="9369824" y="2934551"/>
              <a:ext cx="1326912" cy="1270266"/>
            </a:xfrm>
            <a:custGeom>
              <a:avLst/>
              <a:gdLst>
                <a:gd name="T0" fmla="*/ 2066 w 2492"/>
                <a:gd name="T1" fmla="*/ 0 h 2385"/>
                <a:gd name="T2" fmla="*/ 2066 w 2492"/>
                <a:gd name="T3" fmla="*/ 2385 h 2385"/>
                <a:gd name="T4" fmla="*/ 0 w 2492"/>
                <a:gd name="T5" fmla="*/ 1192 h 2385"/>
                <a:gd name="T6" fmla="*/ 2066 w 2492"/>
                <a:gd name="T7" fmla="*/ 0 h 2385"/>
              </a:gdLst>
              <a:ahLst/>
              <a:cxnLst/>
              <a:rect l="0" t="0" r="r" b="b"/>
              <a:pathLst>
                <a:path w="2492" h="2385">
                  <a:moveTo>
                    <a:pt x="2066" y="0"/>
                  </a:moveTo>
                  <a:cubicBezTo>
                    <a:pt x="2492" y="738"/>
                    <a:pt x="2492" y="1647"/>
                    <a:pt x="2066" y="2385"/>
                  </a:cubicBezTo>
                  <a:lnTo>
                    <a:pt x="0" y="1192"/>
                  </a:lnTo>
                  <a:lnTo>
                    <a:pt x="2066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 cap="sq">
              <a:noFill/>
              <a:round/>
              <a:headEnd/>
              <a:tailEnd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0" name="标题 1"/>
            <p:cNvSpPr txBox="1"/>
            <p:nvPr/>
          </p:nvSpPr>
          <p:spPr>
            <a:xfrm>
              <a:off x="9369824" y="3568976"/>
              <a:ext cx="1100332" cy="1271682"/>
            </a:xfrm>
            <a:custGeom>
              <a:avLst/>
              <a:gdLst>
                <a:gd name="T0" fmla="*/ 2066 w 2066"/>
                <a:gd name="T1" fmla="*/ 1193 h 2386"/>
                <a:gd name="T2" fmla="*/ 0 w 2066"/>
                <a:gd name="T3" fmla="*/ 2386 h 2386"/>
                <a:gd name="T4" fmla="*/ 0 w 2066"/>
                <a:gd name="T5" fmla="*/ 0 h 2386"/>
                <a:gd name="T6" fmla="*/ 2066 w 2066"/>
                <a:gd name="T7" fmla="*/ 1193 h 2386"/>
              </a:gdLst>
              <a:ahLst/>
              <a:cxnLst/>
              <a:rect l="0" t="0" r="r" b="b"/>
              <a:pathLst>
                <a:path w="2066" h="2386">
                  <a:moveTo>
                    <a:pt x="2066" y="1193"/>
                  </a:moveTo>
                  <a:cubicBezTo>
                    <a:pt x="1640" y="1931"/>
                    <a:pt x="853" y="2386"/>
                    <a:pt x="0" y="2386"/>
                  </a:cubicBezTo>
                  <a:lnTo>
                    <a:pt x="0" y="0"/>
                  </a:lnTo>
                  <a:lnTo>
                    <a:pt x="2066" y="1193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 cap="sq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1" name="标题 1"/>
            <p:cNvSpPr txBox="1"/>
            <p:nvPr/>
          </p:nvSpPr>
          <p:spPr>
            <a:xfrm>
              <a:off x="8270908" y="3568976"/>
              <a:ext cx="1098915" cy="1271682"/>
            </a:xfrm>
            <a:custGeom>
              <a:avLst/>
              <a:gdLst>
                <a:gd name="T0" fmla="*/ 2065 w 2065"/>
                <a:gd name="T1" fmla="*/ 2386 h 2386"/>
                <a:gd name="T2" fmla="*/ 0 w 2065"/>
                <a:gd name="T3" fmla="*/ 1193 h 2386"/>
                <a:gd name="T4" fmla="*/ 2065 w 2065"/>
                <a:gd name="T5" fmla="*/ 0 h 2386"/>
                <a:gd name="T6" fmla="*/ 2065 w 2065"/>
                <a:gd name="T7" fmla="*/ 2386 h 2386"/>
              </a:gdLst>
              <a:ahLst/>
              <a:cxnLst/>
              <a:rect l="0" t="0" r="r" b="b"/>
              <a:pathLst>
                <a:path w="2065" h="2386">
                  <a:moveTo>
                    <a:pt x="2065" y="2386"/>
                  </a:moveTo>
                  <a:cubicBezTo>
                    <a:pt x="1213" y="2386"/>
                    <a:pt x="426" y="1931"/>
                    <a:pt x="0" y="1193"/>
                  </a:cubicBezTo>
                  <a:lnTo>
                    <a:pt x="2065" y="0"/>
                  </a:lnTo>
                  <a:lnTo>
                    <a:pt x="2065" y="2386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 cap="sq">
              <a:noFill/>
              <a:round/>
              <a:headEnd/>
              <a:tailEnd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2" name="标题 1"/>
            <p:cNvSpPr txBox="1"/>
            <p:nvPr/>
          </p:nvSpPr>
          <p:spPr>
            <a:xfrm>
              <a:off x="8044328" y="2934551"/>
              <a:ext cx="1325496" cy="1270266"/>
            </a:xfrm>
            <a:custGeom>
              <a:avLst/>
              <a:gdLst>
                <a:gd name="T0" fmla="*/ 426 w 2491"/>
                <a:gd name="T1" fmla="*/ 2385 h 2385"/>
                <a:gd name="T2" fmla="*/ 426 w 2491"/>
                <a:gd name="T3" fmla="*/ 0 h 2385"/>
                <a:gd name="T4" fmla="*/ 2491 w 2491"/>
                <a:gd name="T5" fmla="*/ 1192 h 2385"/>
                <a:gd name="T6" fmla="*/ 426 w 2491"/>
                <a:gd name="T7" fmla="*/ 2385 h 2385"/>
              </a:gdLst>
              <a:ahLst/>
              <a:cxnLst/>
              <a:rect l="0" t="0" r="r" b="b"/>
              <a:pathLst>
                <a:path w="2491" h="2385">
                  <a:moveTo>
                    <a:pt x="426" y="2385"/>
                  </a:moveTo>
                  <a:cubicBezTo>
                    <a:pt x="0" y="1647"/>
                    <a:pt x="0" y="738"/>
                    <a:pt x="426" y="0"/>
                  </a:cubicBezTo>
                  <a:lnTo>
                    <a:pt x="2491" y="1192"/>
                  </a:lnTo>
                  <a:lnTo>
                    <a:pt x="426" y="2385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 cap="sq">
              <a:solidFill>
                <a:schemeClr val="accent2"/>
              </a:solidFill>
              <a:round/>
              <a:headEnd/>
              <a:tailEnd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3" name="标题 1"/>
            <p:cNvSpPr txBox="1"/>
            <p:nvPr/>
          </p:nvSpPr>
          <p:spPr>
            <a:xfrm>
              <a:off x="8270908" y="2298710"/>
              <a:ext cx="1098915" cy="1270266"/>
            </a:xfrm>
            <a:custGeom>
              <a:avLst/>
              <a:gdLst>
                <a:gd name="T0" fmla="*/ 0 w 2065"/>
                <a:gd name="T1" fmla="*/ 1193 h 2385"/>
                <a:gd name="T2" fmla="*/ 2065 w 2065"/>
                <a:gd name="T3" fmla="*/ 0 h 2385"/>
                <a:gd name="T4" fmla="*/ 2065 w 2065"/>
                <a:gd name="T5" fmla="*/ 2385 h 2385"/>
                <a:gd name="T6" fmla="*/ 0 w 2065"/>
                <a:gd name="T7" fmla="*/ 1193 h 2385"/>
              </a:gdLst>
              <a:ahLst/>
              <a:cxnLst/>
              <a:rect l="0" t="0" r="r" b="b"/>
              <a:pathLst>
                <a:path w="2065" h="2385">
                  <a:moveTo>
                    <a:pt x="0" y="1193"/>
                  </a:moveTo>
                  <a:cubicBezTo>
                    <a:pt x="426" y="455"/>
                    <a:pt x="1213" y="0"/>
                    <a:pt x="2065" y="0"/>
                  </a:cubicBezTo>
                  <a:lnTo>
                    <a:pt x="2065" y="2385"/>
                  </a:lnTo>
                  <a:lnTo>
                    <a:pt x="0" y="1193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 cap="sq">
              <a:noFill/>
              <a:round/>
              <a:headEnd/>
              <a:tailEnd/>
            </a:ln>
          </p:spPr>
          <p:txBody>
            <a:bodyPr vert="horz" wrap="square" lIns="91440" tIns="45720" rIns="91440" bIns="45720" rtlCol="0" anchor="t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4" name="标题 1"/>
          <p:cNvSpPr txBox="1"/>
          <p:nvPr/>
        </p:nvSpPr>
        <p:spPr>
          <a:xfrm>
            <a:off x="8255629" y="2281068"/>
            <a:ext cx="911728" cy="1053892"/>
          </a:xfrm>
          <a:custGeom>
            <a:avLst/>
            <a:gdLst>
              <a:gd name="T0" fmla="*/ 0 w 2065"/>
              <a:gd name="T1" fmla="*/ 1193 h 2385"/>
              <a:gd name="T2" fmla="*/ 2065 w 2065"/>
              <a:gd name="T3" fmla="*/ 0 h 2385"/>
              <a:gd name="T4" fmla="*/ 2065 w 2065"/>
              <a:gd name="T5" fmla="*/ 2385 h 2385"/>
              <a:gd name="T6" fmla="*/ 0 w 2065"/>
              <a:gd name="T7" fmla="*/ 1193 h 2385"/>
            </a:gdLst>
            <a:ahLst/>
            <a:cxnLst/>
            <a:rect l="0" t="0" r="r" b="b"/>
            <a:pathLst>
              <a:path w="2065" h="2385">
                <a:moveTo>
                  <a:pt x="0" y="1193"/>
                </a:moveTo>
                <a:cubicBezTo>
                  <a:pt x="426" y="455"/>
                  <a:pt x="1213" y="0"/>
                  <a:pt x="2065" y="0"/>
                </a:cubicBezTo>
                <a:lnTo>
                  <a:pt x="2065" y="2385"/>
                </a:lnTo>
                <a:lnTo>
                  <a:pt x="0" y="1193"/>
                </a:lnTo>
                <a:close/>
              </a:path>
            </a:pathLst>
          </a:custGeom>
          <a:noFill/>
          <a:ln w="19050" cap="flat">
            <a:noFill/>
            <a:round/>
            <a:headEnd/>
            <a:tailEnd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8699156" y="2898307"/>
            <a:ext cx="1342752" cy="1342752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9158115" y="3334694"/>
            <a:ext cx="424833" cy="424833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80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405022 w 720001"/>
              <a:gd name="connsiteY7" fmla="*/ 0 h 720001"/>
              <a:gd name="connsiteX8" fmla="*/ 720001 w 720001"/>
              <a:gd name="connsiteY8" fmla="*/ 314979 h 720001"/>
              <a:gd name="connsiteX9" fmla="*/ 405022 w 720001"/>
              <a:gd name="connsiteY9" fmla="*/ 314979 h 720001"/>
              <a:gd name="connsiteX10" fmla="*/ 360000 w 720001"/>
              <a:gd name="connsiteY10" fmla="*/ 0 h 720001"/>
              <a:gd name="connsiteX11" fmla="*/ 360000 w 720001"/>
              <a:gd name="connsiteY11" fmla="*/ 360000 h 720001"/>
              <a:gd name="connsiteX12" fmla="*/ 720000 w 720001"/>
              <a:gd name="connsiteY12" fmla="*/ 360000 h 720001"/>
              <a:gd name="connsiteX13" fmla="*/ 360000 w 720001"/>
              <a:gd name="connsiteY13" fmla="*/ 720001 h 720001"/>
              <a:gd name="connsiteX14" fmla="*/ 0 w 720001"/>
              <a:gd name="connsiteY14" fmla="*/ 360000 h 720001"/>
              <a:gd name="connsiteX15" fmla="*/ 360000 w 720001"/>
              <a:gd name="connsiteY15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80"/>
                </a:cubicBezTo>
                <a:cubicBezTo>
                  <a:pt x="566806" y="104878"/>
                  <a:pt x="538699" y="85967"/>
                  <a:pt x="507383" y="72694"/>
                </a:cubicBezTo>
                <a:cubicBezTo>
                  <a:pt x="491075" y="65755"/>
                  <a:pt x="474246" y="60637"/>
                  <a:pt x="457070" y="57166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0" y="360000"/>
                </a:lnTo>
                <a:cubicBezTo>
                  <a:pt x="720000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76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 rot="18000000">
            <a:off x="1526467" y="2008093"/>
            <a:ext cx="2658934" cy="2658936"/>
          </a:xfrm>
          <a:prstGeom prst="arc">
            <a:avLst>
              <a:gd name="adj1" fmla="val 16200000"/>
              <a:gd name="adj2" fmla="val 176114"/>
            </a:avLst>
          </a:prstGeom>
          <a:noFill/>
          <a:ln w="47625" cap="rnd">
            <a:gradFill>
              <a:gsLst>
                <a:gs pos="800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8" name="标题 1"/>
          <p:cNvSpPr txBox="1"/>
          <p:nvPr/>
        </p:nvSpPr>
        <p:spPr>
          <a:xfrm rot="18000000">
            <a:off x="8071519" y="2008093"/>
            <a:ext cx="2658934" cy="2658936"/>
          </a:xfrm>
          <a:prstGeom prst="arc">
            <a:avLst>
              <a:gd name="adj1" fmla="val 16200000"/>
              <a:gd name="adj2" fmla="val 176114"/>
            </a:avLst>
          </a:prstGeom>
          <a:noFill/>
          <a:ln w="47625" cap="rnd">
            <a:gradFill>
              <a:gsLst>
                <a:gs pos="800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8000000" flipH="1" flipV="1">
            <a:off x="1526467" y="2427192"/>
            <a:ext cx="2658934" cy="2658936"/>
          </a:xfrm>
          <a:prstGeom prst="arc">
            <a:avLst>
              <a:gd name="adj1" fmla="val 16200000"/>
              <a:gd name="adj2" fmla="val 176114"/>
            </a:avLst>
          </a:prstGeom>
          <a:noFill/>
          <a:ln w="47625" cap="rnd">
            <a:gradFill>
              <a:gsLst>
                <a:gs pos="800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0" name="标题 1"/>
          <p:cNvSpPr txBox="1"/>
          <p:nvPr/>
        </p:nvSpPr>
        <p:spPr>
          <a:xfrm rot="18000000" flipH="1" flipV="1">
            <a:off x="8071519" y="2427192"/>
            <a:ext cx="2658934" cy="2658936"/>
          </a:xfrm>
          <a:prstGeom prst="arc">
            <a:avLst>
              <a:gd name="adj1" fmla="val 16200000"/>
              <a:gd name="adj2" fmla="val 176114"/>
            </a:avLst>
          </a:prstGeom>
          <a:noFill/>
          <a:ln w="47625" cap="rnd">
            <a:gradFill>
              <a:gsLst>
                <a:gs pos="800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1" name="标题 1"/>
          <p:cNvSpPr txBox="1"/>
          <p:nvPr/>
        </p:nvSpPr>
        <p:spPr>
          <a:xfrm>
            <a:off x="4911725" y="3331633"/>
            <a:ext cx="2241550" cy="228600"/>
          </a:xfrm>
          <a:prstGeom prst="rightArrow">
            <a:avLst>
              <a:gd name="adj1" fmla="val 38889"/>
              <a:gd name="adj2" fmla="val 75000"/>
            </a:avLst>
          </a:prstGeom>
          <a:gradFill>
            <a:gsLst>
              <a:gs pos="8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2" name="标题 1"/>
          <p:cNvSpPr txBox="1"/>
          <p:nvPr/>
        </p:nvSpPr>
        <p:spPr>
          <a:xfrm flipH="1">
            <a:off x="4911725" y="3712633"/>
            <a:ext cx="2241550" cy="228600"/>
          </a:xfrm>
          <a:prstGeom prst="rightArrow">
            <a:avLst>
              <a:gd name="adj1" fmla="val 38889"/>
              <a:gd name="adj2" fmla="val 75000"/>
            </a:avLst>
          </a:prstGeom>
          <a:gradFill>
            <a:gsLst>
              <a:gs pos="8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3" name="标题 1"/>
          <p:cNvSpPr txBox="1"/>
          <p:nvPr/>
        </p:nvSpPr>
        <p:spPr>
          <a:xfrm>
            <a:off x="4276550" y="1985010"/>
            <a:ext cx="3626200" cy="4919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智能内存管理</a:t>
            </a:r>
            <a:endParaRPr kumimoji="1" lang="zh-CN" altLang="en-US"/>
          </a:p>
        </p:txBody>
      </p:sp>
      <p:sp>
        <p:nvSpPr>
          <p:cNvPr id="44" name="标题 1"/>
          <p:cNvSpPr txBox="1"/>
          <p:nvPr/>
        </p:nvSpPr>
        <p:spPr>
          <a:xfrm>
            <a:off x="4276550" y="2485390"/>
            <a:ext cx="3626200" cy="7518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31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全面使用智能指针，无内存泄漏风险。
RAII 设计原则，资源自动管理，保障程序稳定。</a:t>
            </a: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4276550" y="4027170"/>
            <a:ext cx="3626200" cy="4919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2C75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跨平台 CI/CD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4276550" y="4527550"/>
            <a:ext cx="3626200" cy="7518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31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自动化构建、测试、发布流程，提升开发效率。
多平台并行构建，最大化利用资源。</a:t>
            </a:r>
            <a:endParaRPr kumimoji="1" lang="zh-CN" altLang="en-US"/>
          </a:p>
        </p:txBody>
      </p:sp>
      <p:sp>
        <p:nvSpPr>
          <p:cNvPr id="47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工程技术优势</a:t>
            </a:r>
            <a:endParaRPr kumimoji="1" lang="zh-CN" altLang="en-US"/>
          </a:p>
        </p:txBody>
      </p:sp>
      <p:sp>
        <p:nvSpPr>
          <p:cNvPr id="49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0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488459" y="1189202"/>
            <a:ext cx="9030441" cy="1522004"/>
          </a:xfrm>
          <a:prstGeom prst="roundRect">
            <a:avLst>
              <a:gd name="adj" fmla="val 6411"/>
            </a:avLst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142898" y="2951449"/>
            <a:ext cx="9030441" cy="1522004"/>
          </a:xfrm>
          <a:prstGeom prst="roundRect">
            <a:avLst>
              <a:gd name="adj" fmla="val 6411"/>
            </a:avLst>
          </a:prstGeom>
          <a:solidFill>
            <a:schemeClr val="accent2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2488459" y="4713697"/>
            <a:ext cx="9030441" cy="1522004"/>
          </a:xfrm>
          <a:prstGeom prst="roundRect">
            <a:avLst>
              <a:gd name="adj" fmla="val 6411"/>
            </a:avLst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450359" y="1130301"/>
            <a:ext cx="9030441" cy="1522004"/>
          </a:xfrm>
          <a:prstGeom prst="roundRect">
            <a:avLst>
              <a:gd name="adj" fmla="val 6411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869961" y="1290906"/>
            <a:ext cx="8450180" cy="123131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代码规范标准化，提升代码质量与可维护性。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104798" y="2892549"/>
            <a:ext cx="9030441" cy="1522004"/>
          </a:xfrm>
          <a:prstGeom prst="roundRect">
            <a:avLst>
              <a:gd name="adj" fmla="val 6411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524400" y="3053153"/>
            <a:ext cx="8450180" cy="123131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静态分析工具集成，提前发现潜在问题。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2450359" y="4654796"/>
            <a:ext cx="9030441" cy="1522004"/>
          </a:xfrm>
          <a:prstGeom prst="roundRect">
            <a:avLst>
              <a:gd name="adj" fmla="val 6411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2869961" y="4815401"/>
            <a:ext cx="8450180" cy="123131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持续集成最佳实践，保障项目持续稳定发展。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2005961" y="1521927"/>
            <a:ext cx="741600" cy="7416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2153077" y="1723450"/>
            <a:ext cx="447368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01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60400" y="3271234"/>
            <a:ext cx="741600" cy="7416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807516" y="3472757"/>
            <a:ext cx="447368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02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005961" y="5028161"/>
            <a:ext cx="741600" cy="7416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153077" y="5229684"/>
            <a:ext cx="447368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03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044061" y="1445727"/>
            <a:ext cx="126253" cy="1262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98500" y="3195034"/>
            <a:ext cx="126253" cy="12625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2044061" y="4951961"/>
            <a:ext cx="126253" cy="1262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现代工程实践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 flipH="1">
            <a:off x="0" y="6096"/>
            <a:ext cx="12192000" cy="684580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 flipH="1">
            <a:off x="4733272" y="1228697"/>
            <a:ext cx="7449403" cy="4851545"/>
          </a:xfrm>
          <a:custGeom>
            <a:avLst/>
            <a:gdLst>
              <a:gd name="connsiteX0" fmla="*/ 0 w 7509000"/>
              <a:gd name="connsiteY0" fmla="*/ 0 h 4594482"/>
              <a:gd name="connsiteX1" fmla="*/ 5329653 w 7509000"/>
              <a:gd name="connsiteY1" fmla="*/ 0 h 4594482"/>
              <a:gd name="connsiteX2" fmla="*/ 7509000 w 7509000"/>
              <a:gd name="connsiteY2" fmla="*/ 2297241 h 4594482"/>
              <a:gd name="connsiteX3" fmla="*/ 5329653 w 7509000"/>
              <a:gd name="connsiteY3" fmla="*/ 4594482 h 4594482"/>
              <a:gd name="connsiteX4" fmla="*/ 0 w 7509000"/>
              <a:gd name="connsiteY4" fmla="*/ 4594482 h 4594482"/>
            </a:gdLst>
            <a:ahLst/>
            <a:cxnLst/>
            <a:rect l="l" t="t" r="r" b="b"/>
            <a:pathLst>
              <a:path w="7509000" h="4594482">
                <a:moveTo>
                  <a:pt x="0" y="0"/>
                </a:moveTo>
                <a:lnTo>
                  <a:pt x="5329653" y="0"/>
                </a:lnTo>
                <a:cubicBezTo>
                  <a:pt x="6533273" y="0"/>
                  <a:pt x="7509000" y="1028510"/>
                  <a:pt x="7509000" y="2297241"/>
                </a:cubicBezTo>
                <a:cubicBezTo>
                  <a:pt x="7509000" y="3565972"/>
                  <a:pt x="6533273" y="4594482"/>
                  <a:pt x="5329653" y="4594482"/>
                </a:cubicBezTo>
                <a:lnTo>
                  <a:pt x="0" y="4594482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>
            <a:outerShdw blurRad="203200" dist="101600" sx="98000" sy="98000" algn="t" rotWithShape="0">
              <a:schemeClr val="accent1">
                <a:lumMod val="75000"/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>
            <a:off x="5007359" y="1391548"/>
            <a:ext cx="7184641" cy="4507622"/>
          </a:xfrm>
          <a:custGeom>
            <a:avLst/>
            <a:gdLst>
              <a:gd name="connsiteX0" fmla="*/ 0 w 7992153"/>
              <a:gd name="connsiteY0" fmla="*/ 0 h 4469120"/>
              <a:gd name="connsiteX1" fmla="*/ 5757593 w 7992153"/>
              <a:gd name="connsiteY1" fmla="*/ 0 h 4469120"/>
              <a:gd name="connsiteX2" fmla="*/ 7992153 w 7992153"/>
              <a:gd name="connsiteY2" fmla="*/ 2234560 h 4469120"/>
              <a:gd name="connsiteX3" fmla="*/ 5757593 w 7992153"/>
              <a:gd name="connsiteY3" fmla="*/ 4469120 h 4469120"/>
              <a:gd name="connsiteX4" fmla="*/ 0 w 7992153"/>
              <a:gd name="connsiteY4" fmla="*/ 4469120 h 4469120"/>
            </a:gdLst>
            <a:ahLst/>
            <a:cxnLst/>
            <a:rect l="l" t="t" r="r" b="b"/>
            <a:pathLst>
              <a:path w="7992153" h="4469120">
                <a:moveTo>
                  <a:pt x="0" y="0"/>
                </a:moveTo>
                <a:lnTo>
                  <a:pt x="5757593" y="0"/>
                </a:lnTo>
                <a:cubicBezTo>
                  <a:pt x="6991706" y="0"/>
                  <a:pt x="7992153" y="1000447"/>
                  <a:pt x="7992153" y="2234560"/>
                </a:cubicBezTo>
                <a:cubicBezTo>
                  <a:pt x="7992153" y="3468673"/>
                  <a:pt x="6991706" y="4469120"/>
                  <a:pt x="5757593" y="4469120"/>
                </a:cubicBezTo>
                <a:lnTo>
                  <a:pt x="0" y="446912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52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miter/>
          </a:ln>
          <a:effectLst>
            <a:outerShdw blurRad="241300" dist="152400" dir="2699999" algn="tl" rotWithShape="0">
              <a:schemeClr val="accent1">
                <a:alpha val="23000"/>
              </a:schemeClr>
            </a:outerShdw>
          </a:effectLst>
        </p:spPr>
        <p:txBody>
          <a:bodyPr vert="horz" wrap="square" lIns="103113" tIns="51556" rIns="103113" bIns="5155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220324" y="3463756"/>
            <a:ext cx="5329557" cy="17205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计划功能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6200000" flipH="1">
            <a:off x="11424580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6200000" flipH="1">
            <a:off x="11295293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16200000" flipH="1">
            <a:off x="11166006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16200000" flipH="1">
            <a:off x="11023148" y="5313987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flipH="1">
            <a:off x="6827558" y="5357044"/>
            <a:ext cx="4140000" cy="1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0" y="1"/>
            <a:ext cx="6096000" cy="4584909"/>
          </a:xfrm>
          <a:custGeom>
            <a:avLst/>
            <a:gdLst>
              <a:gd name="connsiteX0" fmla="*/ 139608 w 6096000"/>
              <a:gd name="connsiteY0" fmla="*/ 0 h 4584909"/>
              <a:gd name="connsiteX1" fmla="*/ 6096000 w 6096000"/>
              <a:gd name="connsiteY1" fmla="*/ 0 h 4584909"/>
              <a:gd name="connsiteX2" fmla="*/ 6096000 w 6096000"/>
              <a:gd name="connsiteY2" fmla="*/ 3576543 h 4584909"/>
              <a:gd name="connsiteX3" fmla="*/ 5891214 w 6096000"/>
              <a:gd name="connsiteY3" fmla="*/ 3762666 h 4584909"/>
              <a:gd name="connsiteX4" fmla="*/ 3600782 w 6096000"/>
              <a:gd name="connsiteY4" fmla="*/ 4584909 h 4584909"/>
              <a:gd name="connsiteX5" fmla="*/ 0 w 6096000"/>
              <a:gd name="connsiteY5" fmla="*/ 984127 h 4584909"/>
              <a:gd name="connsiteX6" fmla="*/ 73156 w 6096000"/>
              <a:gd name="connsiteY6" fmla="*/ 258444 h 4584909"/>
            </a:gdLst>
            <a:ahLst/>
            <a:cxnLst/>
            <a:rect l="l" t="t" r="r" b="b"/>
            <a:pathLst>
              <a:path w="6096000" h="4584909">
                <a:moveTo>
                  <a:pt x="139608" y="0"/>
                </a:moveTo>
                <a:lnTo>
                  <a:pt x="6096000" y="0"/>
                </a:lnTo>
                <a:lnTo>
                  <a:pt x="6096000" y="3576543"/>
                </a:lnTo>
                <a:lnTo>
                  <a:pt x="5891214" y="3762666"/>
                </a:lnTo>
                <a:cubicBezTo>
                  <a:pt x="5268786" y="4276338"/>
                  <a:pt x="4470819" y="4584909"/>
                  <a:pt x="3600782" y="4584909"/>
                </a:cubicBezTo>
                <a:cubicBezTo>
                  <a:pt x="1612125" y="4584909"/>
                  <a:pt x="0" y="2972784"/>
                  <a:pt x="0" y="984127"/>
                </a:cubicBezTo>
                <a:cubicBezTo>
                  <a:pt x="0" y="735545"/>
                  <a:pt x="25190" y="492846"/>
                  <a:pt x="73156" y="258444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0" y="1"/>
            <a:ext cx="6096000" cy="4584909"/>
          </a:xfrm>
          <a:custGeom>
            <a:avLst/>
            <a:gdLst>
              <a:gd name="connsiteX0" fmla="*/ 139608 w 6096000"/>
              <a:gd name="connsiteY0" fmla="*/ 0 h 4584909"/>
              <a:gd name="connsiteX1" fmla="*/ 6096000 w 6096000"/>
              <a:gd name="connsiteY1" fmla="*/ 0 h 4584909"/>
              <a:gd name="connsiteX2" fmla="*/ 6096000 w 6096000"/>
              <a:gd name="connsiteY2" fmla="*/ 3576543 h 4584909"/>
              <a:gd name="connsiteX3" fmla="*/ 5891214 w 6096000"/>
              <a:gd name="connsiteY3" fmla="*/ 3762666 h 4584909"/>
              <a:gd name="connsiteX4" fmla="*/ 3600782 w 6096000"/>
              <a:gd name="connsiteY4" fmla="*/ 4584909 h 4584909"/>
              <a:gd name="connsiteX5" fmla="*/ 0 w 6096000"/>
              <a:gd name="connsiteY5" fmla="*/ 984127 h 4584909"/>
              <a:gd name="connsiteX6" fmla="*/ 73156 w 6096000"/>
              <a:gd name="connsiteY6" fmla="*/ 258444 h 4584909"/>
            </a:gdLst>
            <a:ahLst/>
            <a:cxnLst/>
            <a:rect l="l" t="t" r="r" b="b"/>
            <a:pathLst>
              <a:path w="6096000" h="4584909">
                <a:moveTo>
                  <a:pt x="139608" y="0"/>
                </a:moveTo>
                <a:lnTo>
                  <a:pt x="6096000" y="0"/>
                </a:lnTo>
                <a:lnTo>
                  <a:pt x="6096000" y="3576543"/>
                </a:lnTo>
                <a:lnTo>
                  <a:pt x="5891214" y="3762666"/>
                </a:lnTo>
                <a:cubicBezTo>
                  <a:pt x="5268786" y="4276338"/>
                  <a:pt x="4470819" y="4584909"/>
                  <a:pt x="3600782" y="4584909"/>
                </a:cubicBezTo>
                <a:cubicBezTo>
                  <a:pt x="1612125" y="4584909"/>
                  <a:pt x="0" y="2972784"/>
                  <a:pt x="0" y="984127"/>
                </a:cubicBezTo>
                <a:cubicBezTo>
                  <a:pt x="0" y="735545"/>
                  <a:pt x="25190" y="492846"/>
                  <a:pt x="73156" y="2584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45000"/>
            </a:schemeClr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flipH="1">
            <a:off x="-1" y="1"/>
            <a:ext cx="5904835" cy="4393745"/>
          </a:xfrm>
          <a:custGeom>
            <a:avLst/>
            <a:gdLst>
              <a:gd name="connsiteX0" fmla="*/ 145630 w 5904835"/>
              <a:gd name="connsiteY0" fmla="*/ 0 h 4393745"/>
              <a:gd name="connsiteX1" fmla="*/ 5904835 w 5904835"/>
              <a:gd name="connsiteY1" fmla="*/ 0 h 4393745"/>
              <a:gd name="connsiteX2" fmla="*/ 5904835 w 5904835"/>
              <a:gd name="connsiteY2" fmla="*/ 3302388 h 4393745"/>
              <a:gd name="connsiteX3" fmla="*/ 5820581 w 5904835"/>
              <a:gd name="connsiteY3" fmla="*/ 3395091 h 4393745"/>
              <a:gd name="connsiteX4" fmla="*/ 3409617 w 5904835"/>
              <a:gd name="connsiteY4" fmla="*/ 4393745 h 4393745"/>
              <a:gd name="connsiteX5" fmla="*/ 0 w 5904835"/>
              <a:gd name="connsiteY5" fmla="*/ 984127 h 4393745"/>
              <a:gd name="connsiteX6" fmla="*/ 69271 w 5904835"/>
              <a:gd name="connsiteY6" fmla="*/ 296970 h 4393745"/>
            </a:gdLst>
            <a:ahLst/>
            <a:cxnLst/>
            <a:rect l="l" t="t" r="r" b="b"/>
            <a:pathLst>
              <a:path w="5904835" h="4393745">
                <a:moveTo>
                  <a:pt x="145630" y="0"/>
                </a:moveTo>
                <a:lnTo>
                  <a:pt x="5904835" y="0"/>
                </a:lnTo>
                <a:lnTo>
                  <a:pt x="5904835" y="3302388"/>
                </a:lnTo>
                <a:lnTo>
                  <a:pt x="5820581" y="3395091"/>
                </a:lnTo>
                <a:cubicBezTo>
                  <a:pt x="5203561" y="4012111"/>
                  <a:pt x="4351157" y="4393745"/>
                  <a:pt x="3409617" y="4393745"/>
                </a:cubicBezTo>
                <a:cubicBezTo>
                  <a:pt x="1526537" y="4393745"/>
                  <a:pt x="0" y="2867207"/>
                  <a:pt x="0" y="984127"/>
                </a:cubicBezTo>
                <a:cubicBezTo>
                  <a:pt x="0" y="748742"/>
                  <a:pt x="23852" y="518928"/>
                  <a:pt x="69271" y="29697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alphaModFix/>
          </a:blip>
          <a:srcRect t="1561" b="1561"/>
          <a:stretch>
            <a:fillRect/>
          </a:stretch>
        </p:blipFill>
        <p:spPr>
          <a:xfrm flipH="1">
            <a:off x="0" y="2"/>
            <a:ext cx="5591174" cy="4080083"/>
          </a:xfrm>
          <a:custGeom>
            <a:avLst/>
            <a:gdLst>
              <a:gd name="connsiteX0" fmla="*/ 162424 w 5591174"/>
              <a:gd name="connsiteY0" fmla="*/ 0 h 4080083"/>
              <a:gd name="connsiteX1" fmla="*/ 5591174 w 5591174"/>
              <a:gd name="connsiteY1" fmla="*/ 0 h 4080083"/>
              <a:gd name="connsiteX2" fmla="*/ 5591174 w 5591174"/>
              <a:gd name="connsiteY2" fmla="*/ 2811386 h 4080083"/>
              <a:gd name="connsiteX3" fmla="*/ 5484946 w 5591174"/>
              <a:gd name="connsiteY3" fmla="*/ 2953443 h 4080083"/>
              <a:gd name="connsiteX4" fmla="*/ 3095956 w 5591174"/>
              <a:gd name="connsiteY4" fmla="*/ 4080083 h 4080083"/>
              <a:gd name="connsiteX5" fmla="*/ 0 w 5591174"/>
              <a:gd name="connsiteY5" fmla="*/ 984127 h 4080083"/>
              <a:gd name="connsiteX6" fmla="*/ 139188 w 5591174"/>
              <a:gd name="connsiteY6" fmla="*/ 63485 h 4080083"/>
            </a:gdLst>
            <a:ahLst/>
            <a:cxnLst/>
            <a:rect l="l" t="t" r="r" b="b"/>
            <a:pathLst>
              <a:path w="5591174" h="4080083">
                <a:moveTo>
                  <a:pt x="162424" y="0"/>
                </a:moveTo>
                <a:lnTo>
                  <a:pt x="5591174" y="0"/>
                </a:lnTo>
                <a:lnTo>
                  <a:pt x="5591174" y="2811386"/>
                </a:lnTo>
                <a:lnTo>
                  <a:pt x="5484946" y="2953443"/>
                </a:lnTo>
                <a:cubicBezTo>
                  <a:pt x="4917102" y="3641510"/>
                  <a:pt x="4057746" y="4080083"/>
                  <a:pt x="3095956" y="4080083"/>
                </a:cubicBezTo>
                <a:cubicBezTo>
                  <a:pt x="1386107" y="4080083"/>
                  <a:pt x="0" y="2693976"/>
                  <a:pt x="0" y="984127"/>
                </a:cubicBezTo>
                <a:cubicBezTo>
                  <a:pt x="0" y="663531"/>
                  <a:pt x="48731" y="354315"/>
                  <a:pt x="139188" y="6348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6" name="标题 1"/>
          <p:cNvSpPr txBox="1"/>
          <p:nvPr/>
        </p:nvSpPr>
        <p:spPr>
          <a:xfrm flipH="1">
            <a:off x="0" y="3432630"/>
            <a:ext cx="3421288" cy="3425371"/>
          </a:xfrm>
          <a:custGeom>
            <a:avLst/>
            <a:gdLst>
              <a:gd name="connsiteX0" fmla="*/ 2486355 w 3421288"/>
              <a:gd name="connsiteY0" fmla="*/ 0 h 3425371"/>
              <a:gd name="connsiteX1" fmla="*/ 3225721 w 3421288"/>
              <a:gd name="connsiteY1" fmla="*/ 111782 h 3425371"/>
              <a:gd name="connsiteX2" fmla="*/ 3421288 w 3421288"/>
              <a:gd name="connsiteY2" fmla="*/ 183360 h 3425371"/>
              <a:gd name="connsiteX3" fmla="*/ 3421288 w 3421288"/>
              <a:gd name="connsiteY3" fmla="*/ 3425371 h 3425371"/>
              <a:gd name="connsiteX4" fmla="*/ 184854 w 3421288"/>
              <a:gd name="connsiteY4" fmla="*/ 3425371 h 3425371"/>
              <a:gd name="connsiteX5" fmla="*/ 111781 w 3421288"/>
              <a:gd name="connsiteY5" fmla="*/ 3225721 h 3425371"/>
              <a:gd name="connsiteX6" fmla="*/ 0 w 3421288"/>
              <a:gd name="connsiteY6" fmla="*/ 2486355 h 3425371"/>
              <a:gd name="connsiteX7" fmla="*/ 2486355 w 3421288"/>
              <a:gd name="connsiteY7" fmla="*/ 0 h 3425371"/>
            </a:gdLst>
            <a:ahLst/>
            <a:cxnLst/>
            <a:rect l="l" t="t" r="r" b="b"/>
            <a:pathLst>
              <a:path w="3421288" h="3425371">
                <a:moveTo>
                  <a:pt x="2486355" y="0"/>
                </a:moveTo>
                <a:cubicBezTo>
                  <a:pt x="2743826" y="0"/>
                  <a:pt x="2992156" y="39135"/>
                  <a:pt x="3225721" y="111782"/>
                </a:cubicBezTo>
                <a:lnTo>
                  <a:pt x="3421288" y="183360"/>
                </a:lnTo>
                <a:lnTo>
                  <a:pt x="3421288" y="3425371"/>
                </a:lnTo>
                <a:lnTo>
                  <a:pt x="184854" y="3425371"/>
                </a:lnTo>
                <a:lnTo>
                  <a:pt x="111781" y="3225721"/>
                </a:lnTo>
                <a:cubicBezTo>
                  <a:pt x="39135" y="2992156"/>
                  <a:pt x="0" y="2743826"/>
                  <a:pt x="0" y="2486355"/>
                </a:cubicBezTo>
                <a:cubicBezTo>
                  <a:pt x="0" y="1113179"/>
                  <a:pt x="1113179" y="0"/>
                  <a:pt x="2486355" y="0"/>
                </a:cubicBezTo>
                <a:close/>
              </a:path>
            </a:pathLst>
          </a:custGeom>
          <a:solidFill>
            <a:schemeClr val="accent2"/>
          </a:solidFill>
          <a:ln w="38100" cap="sq">
            <a:solidFill>
              <a:schemeClr val="accent2">
                <a:lumMod val="60000"/>
                <a:lumOff val="40000"/>
              </a:schemeClr>
            </a:solidFill>
            <a:miter/>
          </a:ln>
          <a:effectLst>
            <a:outerShdw blurRad="1905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flipH="1">
            <a:off x="0" y="3585030"/>
            <a:ext cx="3268888" cy="3272971"/>
          </a:xfrm>
          <a:custGeom>
            <a:avLst/>
            <a:gdLst>
              <a:gd name="connsiteX0" fmla="*/ 2333955 w 3268888"/>
              <a:gd name="connsiteY0" fmla="*/ 0 h 3272971"/>
              <a:gd name="connsiteX1" fmla="*/ 3242436 w 3268888"/>
              <a:gd name="connsiteY1" fmla="*/ 183414 h 3272971"/>
              <a:gd name="connsiteX2" fmla="*/ 3268888 w 3268888"/>
              <a:gd name="connsiteY2" fmla="*/ 196157 h 3272971"/>
              <a:gd name="connsiteX3" fmla="*/ 3268888 w 3268888"/>
              <a:gd name="connsiteY3" fmla="*/ 728720 h 3272971"/>
              <a:gd name="connsiteX4" fmla="*/ 3220174 w 3268888"/>
              <a:gd name="connsiteY4" fmla="*/ 699125 h 3272971"/>
              <a:gd name="connsiteX5" fmla="*/ 2333955 w 3268888"/>
              <a:gd name="connsiteY5" fmla="*/ 474726 h 3272971"/>
              <a:gd name="connsiteX6" fmla="*/ 474726 w 3268888"/>
              <a:gd name="connsiteY6" fmla="*/ 2333955 h 3272971"/>
              <a:gd name="connsiteX7" fmla="*/ 699125 w 3268888"/>
              <a:gd name="connsiteY7" fmla="*/ 3220174 h 3272971"/>
              <a:gd name="connsiteX8" fmla="*/ 731200 w 3268888"/>
              <a:gd name="connsiteY8" fmla="*/ 3272971 h 3272971"/>
              <a:gd name="connsiteX9" fmla="*/ 198123 w 3268888"/>
              <a:gd name="connsiteY9" fmla="*/ 3272971 h 3272971"/>
              <a:gd name="connsiteX10" fmla="*/ 183414 w 3268888"/>
              <a:gd name="connsiteY10" fmla="*/ 3242436 h 3272971"/>
              <a:gd name="connsiteX11" fmla="*/ 0 w 3268888"/>
              <a:gd name="connsiteY11" fmla="*/ 2333955 h 3272971"/>
              <a:gd name="connsiteX12" fmla="*/ 2333955 w 3268888"/>
              <a:gd name="connsiteY12" fmla="*/ 0 h 3272971"/>
            </a:gdLst>
            <a:ahLst/>
            <a:cxnLst/>
            <a:rect l="l" t="t" r="r" b="b"/>
            <a:pathLst>
              <a:path w="3268888" h="3272971">
                <a:moveTo>
                  <a:pt x="2333955" y="0"/>
                </a:moveTo>
                <a:cubicBezTo>
                  <a:pt x="2656207" y="0"/>
                  <a:pt x="2963205" y="65309"/>
                  <a:pt x="3242436" y="183414"/>
                </a:cubicBezTo>
                <a:lnTo>
                  <a:pt x="3268888" y="196157"/>
                </a:lnTo>
                <a:lnTo>
                  <a:pt x="3268888" y="728720"/>
                </a:lnTo>
                <a:lnTo>
                  <a:pt x="3220174" y="699125"/>
                </a:lnTo>
                <a:cubicBezTo>
                  <a:pt x="2956734" y="556016"/>
                  <a:pt x="2654838" y="474726"/>
                  <a:pt x="2333955" y="474726"/>
                </a:cubicBezTo>
                <a:cubicBezTo>
                  <a:pt x="1307131" y="474726"/>
                  <a:pt x="474726" y="1307131"/>
                  <a:pt x="474726" y="2333955"/>
                </a:cubicBezTo>
                <a:cubicBezTo>
                  <a:pt x="474726" y="2654838"/>
                  <a:pt x="556016" y="2956734"/>
                  <a:pt x="699125" y="3220174"/>
                </a:cubicBezTo>
                <a:lnTo>
                  <a:pt x="731200" y="3272971"/>
                </a:lnTo>
                <a:lnTo>
                  <a:pt x="198123" y="3272971"/>
                </a:lnTo>
                <a:lnTo>
                  <a:pt x="183414" y="3242436"/>
                </a:lnTo>
                <a:cubicBezTo>
                  <a:pt x="65309" y="2963205"/>
                  <a:pt x="0" y="2656207"/>
                  <a:pt x="0" y="2333955"/>
                </a:cubicBezTo>
                <a:cubicBezTo>
                  <a:pt x="0" y="1044947"/>
                  <a:pt x="1044947" y="0"/>
                  <a:pt x="2333955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flipH="1">
            <a:off x="3395747" y="3463539"/>
            <a:ext cx="2550430" cy="255043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317500" sx="102000" sy="102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flipH="1">
            <a:off x="288471" y="6473186"/>
            <a:ext cx="268882" cy="26888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flipH="1">
            <a:off x="369767" y="6553133"/>
            <a:ext cx="89170" cy="108989"/>
          </a:xfrm>
          <a:custGeom>
            <a:avLst/>
            <a:gdLst>
              <a:gd name="connsiteX0" fmla="*/ 1308571 w 1443284"/>
              <a:gd name="connsiteY0" fmla="*/ 676022 h 1764072"/>
              <a:gd name="connsiteX1" fmla="*/ 1308571 w 1443284"/>
              <a:gd name="connsiteY1" fmla="*/ 1087904 h 1764072"/>
              <a:gd name="connsiteX2" fmla="*/ 325189 w 1443284"/>
              <a:gd name="connsiteY2" fmla="*/ 1710749 h 1764072"/>
              <a:gd name="connsiteX3" fmla="*/ 0 w 1443284"/>
              <a:gd name="connsiteY3" fmla="*/ 1545550 h 1764072"/>
              <a:gd name="connsiteX4" fmla="*/ 0 w 1443284"/>
              <a:gd name="connsiteY4" fmla="*/ 218561 h 1764072"/>
              <a:gd name="connsiteX5" fmla="*/ 325189 w 1443284"/>
              <a:gd name="connsiteY5" fmla="*/ 53362 h 1764072"/>
              <a:gd name="connsiteX6" fmla="*/ 1308571 w 1443284"/>
              <a:gd name="connsiteY6" fmla="*/ 676022 h 1764072"/>
            </a:gdLst>
            <a:ahLst/>
            <a:cxnLst/>
            <a:rect l="l" t="t" r="r" b="b"/>
            <a:pathLst>
              <a:path w="1443284" h="1764072">
                <a:moveTo>
                  <a:pt x="1308571" y="676022"/>
                </a:moveTo>
                <a:cubicBezTo>
                  <a:pt x="1488281" y="789689"/>
                  <a:pt x="1488095" y="974236"/>
                  <a:pt x="1308571" y="1087904"/>
                </a:cubicBezTo>
                <a:lnTo>
                  <a:pt x="325189" y="1710749"/>
                </a:lnTo>
                <a:cubicBezTo>
                  <a:pt x="145479" y="1824417"/>
                  <a:pt x="0" y="1750375"/>
                  <a:pt x="0" y="1545550"/>
                </a:cubicBezTo>
                <a:lnTo>
                  <a:pt x="0" y="218561"/>
                </a:lnTo>
                <a:cubicBezTo>
                  <a:pt x="0" y="13551"/>
                  <a:pt x="145666" y="-60305"/>
                  <a:pt x="325189" y="53362"/>
                </a:cubicBezTo>
                <a:lnTo>
                  <a:pt x="1308571" y="676022"/>
                </a:lnTo>
                <a:close/>
              </a:path>
            </a:pathLst>
          </a:custGeom>
          <a:solidFill>
            <a:schemeClr val="accent2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flipH="1">
            <a:off x="3704257" y="5973620"/>
            <a:ext cx="196692" cy="19669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5478050" y="6147509"/>
            <a:ext cx="143917" cy="14391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flipH="1">
            <a:off x="6377020" y="2248442"/>
            <a:ext cx="220562" cy="220562"/>
          </a:xfrm>
          <a:prstGeom prst="ellipse">
            <a:avLst/>
          </a:prstGeom>
          <a:solidFill>
            <a:schemeClr val="accent1"/>
          </a:soli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>
            <a:alphaModFix/>
          </a:blip>
          <a:srcRect l="16667" r="16667"/>
          <a:stretch>
            <a:fillRect/>
          </a:stretch>
        </p:blipFill>
        <p:spPr>
          <a:xfrm flipH="1">
            <a:off x="3544736" y="3612528"/>
            <a:ext cx="2252452" cy="2252452"/>
          </a:xfrm>
          <a:custGeom>
            <a:avLst/>
            <a:gdLst>
              <a:gd name="connsiteX0" fmla="*/ 1126226 w 2252452"/>
              <a:gd name="connsiteY0" fmla="*/ 0 h 2252452"/>
              <a:gd name="connsiteX1" fmla="*/ 2252452 w 2252452"/>
              <a:gd name="connsiteY1" fmla="*/ 1126226 h 2252452"/>
              <a:gd name="connsiteX2" fmla="*/ 1126226 w 2252452"/>
              <a:gd name="connsiteY2" fmla="*/ 2252452 h 2252452"/>
              <a:gd name="connsiteX3" fmla="*/ 0 w 2252452"/>
              <a:gd name="connsiteY3" fmla="*/ 1126226 h 2252452"/>
              <a:gd name="connsiteX4" fmla="*/ 1126226 w 2252452"/>
              <a:gd name="connsiteY4" fmla="*/ 0 h 2252452"/>
            </a:gdLst>
            <a:ahLst/>
            <a:cxnLst/>
            <a:rect l="l" t="t" r="r" b="b"/>
            <a:pathLst>
              <a:path w="2252452" h="2252452">
                <a:moveTo>
                  <a:pt x="1126226" y="0"/>
                </a:moveTo>
                <a:cubicBezTo>
                  <a:pt x="1748223" y="0"/>
                  <a:pt x="2252452" y="504229"/>
                  <a:pt x="2252452" y="1126226"/>
                </a:cubicBezTo>
                <a:cubicBezTo>
                  <a:pt x="2252452" y="1748223"/>
                  <a:pt x="1748223" y="2252452"/>
                  <a:pt x="1126226" y="2252452"/>
                </a:cubicBezTo>
                <a:cubicBezTo>
                  <a:pt x="504229" y="2252452"/>
                  <a:pt x="0" y="1748223"/>
                  <a:pt x="0" y="1126226"/>
                </a:cubicBezTo>
                <a:cubicBezTo>
                  <a:pt x="0" y="504229"/>
                  <a:pt x="504229" y="0"/>
                  <a:pt x="112622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5" name="标题 1"/>
          <p:cNvSpPr txBox="1"/>
          <p:nvPr/>
        </p:nvSpPr>
        <p:spPr>
          <a:xfrm>
            <a:off x="-1248427" y="5111027"/>
            <a:ext cx="3716941" cy="120209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4EE0">
                    <a:alpha val="41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202X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flipH="1">
            <a:off x="4075134" y="6160090"/>
            <a:ext cx="545340" cy="54534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rot="740147" flipH="1">
            <a:off x="4219204" y="6304160"/>
            <a:ext cx="257200" cy="257200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9792577" y="433887"/>
            <a:ext cx="1757307" cy="406400"/>
          </a:xfrm>
          <a:prstGeom prst="roundRect">
            <a:avLst>
              <a:gd name="adj" fmla="val 12287"/>
            </a:avLst>
          </a:prstGeom>
          <a:solidFill>
            <a:schemeClr val="accent2"/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7565925" y="2290570"/>
            <a:ext cx="2703140" cy="10754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3495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Part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9798762" y="987846"/>
            <a:ext cx="1772100" cy="23781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7200">
                <a:ln w="12700">
                  <a:noFill/>
                </a:ln>
                <a:solidFill>
                  <a:srgbClr val="003495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05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9941115" y="546422"/>
            <a:ext cx="1460232" cy="181329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flipH="1">
            <a:off x="-24000" y="3798000"/>
            <a:ext cx="12240000" cy="3060000"/>
          </a:xfrm>
          <a:prstGeom prst="round1Rect">
            <a:avLst>
              <a:gd name="adj" fmla="val 22649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446655" y="3482600"/>
            <a:ext cx="648000" cy="64800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420135" y="3576413"/>
            <a:ext cx="698500" cy="396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1.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98189" y="2338744"/>
            <a:ext cx="2344931" cy="93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LLVM IR 代码生成器接口，为高性能代码生成做准备。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393432" y="3482600"/>
            <a:ext cx="648000" cy="64800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366912" y="3576413"/>
            <a:ext cx="698500" cy="396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2.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544966" y="2338744"/>
            <a:ext cx="2344931" cy="93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RISC- V 汇编代码生成器接口，支持嵌入式和教学需求。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340209" y="3482600"/>
            <a:ext cx="648000" cy="64800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313689" y="3576413"/>
            <a:ext cx="698500" cy="396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3.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491743" y="2338744"/>
            <a:ext cx="2344931" cy="93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AST 可视化工具接口，便于调试和教学展示。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044306" y="4580587"/>
            <a:ext cx="10090688" cy="137607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代码生成器接口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286987" y="3482600"/>
            <a:ext cx="648000" cy="64800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0260467" y="3576413"/>
            <a:ext cx="698500" cy="396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4.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9438521" y="2338744"/>
            <a:ext cx="2344931" cy="93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代码优化器接口，为性能优化预留扩展点。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预留接口设计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268772" y="5289858"/>
            <a:ext cx="4279658" cy="405364"/>
          </a:xfrm>
          <a:custGeom>
            <a:avLst/>
            <a:gdLst>
              <a:gd name="connsiteX0" fmla="*/ 0 w 4279658"/>
              <a:gd name="connsiteY0" fmla="*/ 202681 h 405364"/>
              <a:gd name="connsiteX1" fmla="*/ 0 w 4279658"/>
              <a:gd name="connsiteY1" fmla="*/ 202682 h 405364"/>
              <a:gd name="connsiteX2" fmla="*/ 0 w 4279658"/>
              <a:gd name="connsiteY2" fmla="*/ 202682 h 405364"/>
              <a:gd name="connsiteX3" fmla="*/ 202682 w 4279658"/>
              <a:gd name="connsiteY3" fmla="*/ 0 h 405364"/>
              <a:gd name="connsiteX4" fmla="*/ 1385839 w 4279658"/>
              <a:gd name="connsiteY4" fmla="*/ 0 h 405364"/>
              <a:gd name="connsiteX5" fmla="*/ 1403938 w 4279658"/>
              <a:gd name="connsiteY5" fmla="*/ 1825 h 405364"/>
              <a:gd name="connsiteX6" fmla="*/ 3910786 w 4279658"/>
              <a:gd name="connsiteY6" fmla="*/ 1825 h 405364"/>
              <a:gd name="connsiteX7" fmla="*/ 3944173 w 4279658"/>
              <a:gd name="connsiteY7" fmla="*/ 4093 h 405364"/>
              <a:gd name="connsiteX8" fmla="*/ 3969764 w 4279658"/>
              <a:gd name="connsiteY8" fmla="*/ 11822 h 405364"/>
              <a:gd name="connsiteX9" fmla="*/ 4267656 w 4279658"/>
              <a:gd name="connsiteY9" fmla="*/ 185129 h 405364"/>
              <a:gd name="connsiteX10" fmla="*/ 4279652 w 4279658"/>
              <a:gd name="connsiteY10" fmla="*/ 202857 h 405364"/>
              <a:gd name="connsiteX11" fmla="*/ 4268456 w 4279658"/>
              <a:gd name="connsiteY11" fmla="*/ 220811 h 405364"/>
              <a:gd name="connsiteX12" fmla="*/ 3977961 w 4279658"/>
              <a:gd name="connsiteY12" fmla="*/ 390489 h 405364"/>
              <a:gd name="connsiteX13" fmla="*/ 3951571 w 4279658"/>
              <a:gd name="connsiteY13" fmla="*/ 400487 h 405364"/>
              <a:gd name="connsiteX14" fmla="*/ 3914784 w 4279658"/>
              <a:gd name="connsiteY14" fmla="*/ 405269 h 405364"/>
              <a:gd name="connsiteX15" fmla="*/ 1386786 w 4279658"/>
              <a:gd name="connsiteY15" fmla="*/ 405269 h 405364"/>
              <a:gd name="connsiteX16" fmla="*/ 1385838 w 4279658"/>
              <a:gd name="connsiteY16" fmla="*/ 405364 h 405364"/>
              <a:gd name="connsiteX17" fmla="*/ 202682 w 4279658"/>
              <a:gd name="connsiteY17" fmla="*/ 405363 h 405364"/>
              <a:gd name="connsiteX18" fmla="*/ 15928 w 4279658"/>
              <a:gd name="connsiteY18" fmla="*/ 281574 h 405364"/>
              <a:gd name="connsiteX19" fmla="*/ 379 w 4279658"/>
              <a:gd name="connsiteY19" fmla="*/ 204555 h 405364"/>
              <a:gd name="connsiteX20" fmla="*/ 50 w 4279658"/>
              <a:gd name="connsiteY20" fmla="*/ 203674 h 405364"/>
              <a:gd name="connsiteX21" fmla="*/ 148 w 4279658"/>
              <a:gd name="connsiteY21" fmla="*/ 203414 h 405364"/>
              <a:gd name="connsiteX22" fmla="*/ 0 w 4279658"/>
              <a:gd name="connsiteY22" fmla="*/ 202682 h 405364"/>
              <a:gd name="connsiteX23" fmla="*/ 15928 w 4279658"/>
              <a:gd name="connsiteY23" fmla="*/ 123789 h 405364"/>
              <a:gd name="connsiteX24" fmla="*/ 202682 w 4279658"/>
              <a:gd name="connsiteY24" fmla="*/ 0 h 405364"/>
            </a:gdLst>
            <a:ahLst/>
            <a:cxnLst/>
            <a:rect l="l" t="t" r="r" b="b"/>
            <a:pathLst>
              <a:path w="4279658" h="405364">
                <a:moveTo>
                  <a:pt x="0" y="202681"/>
                </a:moveTo>
                <a:lnTo>
                  <a:pt x="0" y="202682"/>
                </a:lnTo>
                <a:lnTo>
                  <a:pt x="0" y="202682"/>
                </a:lnTo>
                <a:close/>
                <a:moveTo>
                  <a:pt x="202682" y="0"/>
                </a:moveTo>
                <a:lnTo>
                  <a:pt x="1385839" y="0"/>
                </a:lnTo>
                <a:lnTo>
                  <a:pt x="1403938" y="1825"/>
                </a:lnTo>
                <a:lnTo>
                  <a:pt x="3910786" y="1825"/>
                </a:lnTo>
                <a:cubicBezTo>
                  <a:pt x="3922181" y="1465"/>
                  <a:pt x="3933577" y="2240"/>
                  <a:pt x="3944173" y="4093"/>
                </a:cubicBezTo>
                <a:cubicBezTo>
                  <a:pt x="3953970" y="5812"/>
                  <a:pt x="3962567" y="8496"/>
                  <a:pt x="3969764" y="11822"/>
                </a:cubicBezTo>
                <a:lnTo>
                  <a:pt x="4267656" y="185129"/>
                </a:lnTo>
                <a:cubicBezTo>
                  <a:pt x="4275254" y="190553"/>
                  <a:pt x="4279652" y="196563"/>
                  <a:pt x="4279652" y="202857"/>
                </a:cubicBezTo>
                <a:cubicBezTo>
                  <a:pt x="4279852" y="209075"/>
                  <a:pt x="4275654" y="215387"/>
                  <a:pt x="4268456" y="220811"/>
                </a:cubicBezTo>
                <a:lnTo>
                  <a:pt x="3977961" y="390489"/>
                </a:lnTo>
                <a:cubicBezTo>
                  <a:pt x="3970964" y="394591"/>
                  <a:pt x="3961967" y="397955"/>
                  <a:pt x="3951571" y="400487"/>
                </a:cubicBezTo>
                <a:cubicBezTo>
                  <a:pt x="3940375" y="403247"/>
                  <a:pt x="3927779" y="404872"/>
                  <a:pt x="3914784" y="405269"/>
                </a:cubicBezTo>
                <a:lnTo>
                  <a:pt x="1386786" y="405269"/>
                </a:lnTo>
                <a:lnTo>
                  <a:pt x="1385838" y="405364"/>
                </a:lnTo>
                <a:lnTo>
                  <a:pt x="202682" y="405363"/>
                </a:lnTo>
                <a:cubicBezTo>
                  <a:pt x="118729" y="405363"/>
                  <a:pt x="46697" y="354320"/>
                  <a:pt x="15928" y="281574"/>
                </a:cubicBezTo>
                <a:lnTo>
                  <a:pt x="379" y="204555"/>
                </a:lnTo>
                <a:lnTo>
                  <a:pt x="50" y="203674"/>
                </a:lnTo>
                <a:lnTo>
                  <a:pt x="148" y="203414"/>
                </a:lnTo>
                <a:lnTo>
                  <a:pt x="0" y="202682"/>
                </a:lnTo>
                <a:lnTo>
                  <a:pt x="15928" y="123789"/>
                </a:lnTo>
                <a:cubicBezTo>
                  <a:pt x="46697" y="51044"/>
                  <a:pt x="118729" y="0"/>
                  <a:pt x="202682" y="0"/>
                </a:cubicBezTo>
                <a:close/>
              </a:path>
            </a:pathLst>
          </a:custGeom>
          <a:solidFill>
            <a:schemeClr val="accent2"/>
          </a:solidFill>
          <a:ln cap="flat">
            <a:noFill/>
            <a:prstDash val="solid"/>
            <a:miter/>
          </a:ln>
          <a:effectLst/>
        </p:spPr>
        <p:txBody>
          <a:bodyPr vert="horz" wrap="square" lIns="50800" tIns="50800" rIns="50800" bIns="5080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6200000">
            <a:off x="6617520" y="5415346"/>
            <a:ext cx="151716" cy="155911"/>
          </a:xfrm>
          <a:custGeom>
            <a:avLst/>
            <a:gdLst/>
            <a:ahLst/>
            <a:cxnLst/>
            <a:rect l="0" t="0" r="r" b="b"/>
            <a:pathLst>
              <a:path w="21519" h="21600" extrusionOk="0">
                <a:moveTo>
                  <a:pt x="10759" y="21600"/>
                </a:moveTo>
                <a:cubicBezTo>
                  <a:pt x="10540" y="21600"/>
                  <a:pt x="10329" y="21437"/>
                  <a:pt x="10174" y="21148"/>
                </a:cubicBezTo>
                <a:lnTo>
                  <a:pt x="242" y="2634"/>
                </a:lnTo>
                <a:cubicBezTo>
                  <a:pt x="-81" y="2031"/>
                  <a:pt x="-81" y="1054"/>
                  <a:pt x="242" y="452"/>
                </a:cubicBezTo>
                <a:cubicBezTo>
                  <a:pt x="398" y="163"/>
                  <a:pt x="608" y="0"/>
                  <a:pt x="827" y="0"/>
                </a:cubicBezTo>
                <a:lnTo>
                  <a:pt x="20691" y="0"/>
                </a:lnTo>
                <a:cubicBezTo>
                  <a:pt x="21149" y="0"/>
                  <a:pt x="21519" y="691"/>
                  <a:pt x="21519" y="1543"/>
                </a:cubicBezTo>
                <a:cubicBezTo>
                  <a:pt x="21519" y="1952"/>
                  <a:pt x="21432" y="2344"/>
                  <a:pt x="21277" y="2634"/>
                </a:cubicBezTo>
                <a:lnTo>
                  <a:pt x="11345" y="21148"/>
                </a:lnTo>
                <a:cubicBezTo>
                  <a:pt x="11189" y="21437"/>
                  <a:pt x="10979" y="21600"/>
                  <a:pt x="10759" y="2160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  <a:effectLst/>
        </p:spPr>
        <p:txBody>
          <a:bodyPr vert="horz" wrap="square" lIns="45719" tIns="45719" rIns="45719" bIns="45719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243938" y="5346490"/>
            <a:ext cx="2324100" cy="292100"/>
          </a:xfrm>
          <a:prstGeom prst="rect">
            <a:avLst/>
          </a:prstGeom>
          <a:noFill/>
          <a:ln w="12700" cap="flat">
            <a:noFill/>
            <a:miter/>
          </a:ln>
          <a:effectLst/>
        </p:spPr>
        <p:txBody>
          <a:bodyPr vert="horz" wrap="square" lIns="50800" tIns="50800" rIns="50800" bIns="5080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PART 02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313063" y="1567657"/>
            <a:ext cx="4850080" cy="2728485"/>
          </a:xfrm>
          <a:prstGeom prst="roundRect">
            <a:avLst>
              <a:gd name="adj" fmla="val 6436"/>
            </a:avLst>
          </a:prstGeom>
          <a:solidFill>
            <a:schemeClr val="bg1"/>
          </a:solidFill>
          <a:ln cap="sq">
            <a:noFill/>
            <a:prstDash val="solid"/>
            <a:miter/>
            <a:headEnd/>
            <a:tailEnd/>
          </a:ln>
          <a:effectLst>
            <a:outerShdw blurRad="381000" dist="127000" dir="2700000" algn="tl" rotWithShape="0">
              <a:schemeClr val="tx1">
                <a:lumMod val="85000"/>
                <a:lumOff val="15000"/>
                <a:alpha val="15000"/>
              </a:schemeClr>
            </a:outerShdw>
          </a:effectLst>
        </p:spPr>
        <p:txBody>
          <a:bodyPr vert="horz" wrap="square" lIns="38102" tIns="38102" rIns="38102" bIns="38102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314077" y="1567706"/>
            <a:ext cx="4848052" cy="171269"/>
          </a:xfrm>
          <a:custGeom>
            <a:avLst/>
            <a:gdLst/>
            <a:ahLst/>
            <a:cxnLst/>
            <a:rect l="0" t="0" r="r" b="b"/>
            <a:pathLst>
              <a:path w="21600" h="21598" extrusionOk="0">
                <a:moveTo>
                  <a:pt x="1730" y="0"/>
                </a:moveTo>
                <a:cubicBezTo>
                  <a:pt x="1220" y="0"/>
                  <a:pt x="914" y="-2"/>
                  <a:pt x="711" y="1259"/>
                </a:cubicBezTo>
                <a:cubicBezTo>
                  <a:pt x="417" y="2844"/>
                  <a:pt x="187" y="6279"/>
                  <a:pt x="80" y="10634"/>
                </a:cubicBezTo>
                <a:cubicBezTo>
                  <a:pt x="14" y="12980"/>
                  <a:pt x="3" y="16721"/>
                  <a:pt x="0" y="21598"/>
                </a:cubicBezTo>
                <a:lnTo>
                  <a:pt x="21600" y="21598"/>
                </a:lnTo>
                <a:cubicBezTo>
                  <a:pt x="21597" y="16721"/>
                  <a:pt x="21586" y="12980"/>
                  <a:pt x="21520" y="10634"/>
                </a:cubicBezTo>
                <a:cubicBezTo>
                  <a:pt x="21413" y="6279"/>
                  <a:pt x="21181" y="2844"/>
                  <a:pt x="20887" y="1259"/>
                </a:cubicBezTo>
                <a:cubicBezTo>
                  <a:pt x="20683" y="-2"/>
                  <a:pt x="20378" y="0"/>
                  <a:pt x="19868" y="0"/>
                </a:cubicBezTo>
                <a:lnTo>
                  <a:pt x="1730" y="0"/>
                </a:lnTo>
                <a:close/>
              </a:path>
            </a:pathLst>
          </a:custGeom>
          <a:solidFill>
            <a:schemeClr val="accent2"/>
          </a:solidFill>
          <a:ln cap="flat">
            <a:noFill/>
            <a:prstDash val="solid"/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28857" y="5289858"/>
            <a:ext cx="4279658" cy="405364"/>
          </a:xfrm>
          <a:custGeom>
            <a:avLst/>
            <a:gdLst>
              <a:gd name="connsiteX0" fmla="*/ 0 w 4279658"/>
              <a:gd name="connsiteY0" fmla="*/ 202681 h 405364"/>
              <a:gd name="connsiteX1" fmla="*/ 0 w 4279658"/>
              <a:gd name="connsiteY1" fmla="*/ 202682 h 405364"/>
              <a:gd name="connsiteX2" fmla="*/ 0 w 4279658"/>
              <a:gd name="connsiteY2" fmla="*/ 202682 h 405364"/>
              <a:gd name="connsiteX3" fmla="*/ 202682 w 4279658"/>
              <a:gd name="connsiteY3" fmla="*/ 0 h 405364"/>
              <a:gd name="connsiteX4" fmla="*/ 1385839 w 4279658"/>
              <a:gd name="connsiteY4" fmla="*/ 0 h 405364"/>
              <a:gd name="connsiteX5" fmla="*/ 1403938 w 4279658"/>
              <a:gd name="connsiteY5" fmla="*/ 1825 h 405364"/>
              <a:gd name="connsiteX6" fmla="*/ 3910786 w 4279658"/>
              <a:gd name="connsiteY6" fmla="*/ 1825 h 405364"/>
              <a:gd name="connsiteX7" fmla="*/ 3944173 w 4279658"/>
              <a:gd name="connsiteY7" fmla="*/ 4093 h 405364"/>
              <a:gd name="connsiteX8" fmla="*/ 3969764 w 4279658"/>
              <a:gd name="connsiteY8" fmla="*/ 11822 h 405364"/>
              <a:gd name="connsiteX9" fmla="*/ 4267657 w 4279658"/>
              <a:gd name="connsiteY9" fmla="*/ 185129 h 405364"/>
              <a:gd name="connsiteX10" fmla="*/ 4279652 w 4279658"/>
              <a:gd name="connsiteY10" fmla="*/ 202857 h 405364"/>
              <a:gd name="connsiteX11" fmla="*/ 4268456 w 4279658"/>
              <a:gd name="connsiteY11" fmla="*/ 220811 h 405364"/>
              <a:gd name="connsiteX12" fmla="*/ 3977961 w 4279658"/>
              <a:gd name="connsiteY12" fmla="*/ 390489 h 405364"/>
              <a:gd name="connsiteX13" fmla="*/ 3951571 w 4279658"/>
              <a:gd name="connsiteY13" fmla="*/ 400487 h 405364"/>
              <a:gd name="connsiteX14" fmla="*/ 3914784 w 4279658"/>
              <a:gd name="connsiteY14" fmla="*/ 405269 h 405364"/>
              <a:gd name="connsiteX15" fmla="*/ 1386786 w 4279658"/>
              <a:gd name="connsiteY15" fmla="*/ 405269 h 405364"/>
              <a:gd name="connsiteX16" fmla="*/ 1385838 w 4279658"/>
              <a:gd name="connsiteY16" fmla="*/ 405364 h 405364"/>
              <a:gd name="connsiteX17" fmla="*/ 202682 w 4279658"/>
              <a:gd name="connsiteY17" fmla="*/ 405363 h 405364"/>
              <a:gd name="connsiteX18" fmla="*/ 15928 w 4279658"/>
              <a:gd name="connsiteY18" fmla="*/ 281574 h 405364"/>
              <a:gd name="connsiteX19" fmla="*/ 378 w 4279658"/>
              <a:gd name="connsiteY19" fmla="*/ 204555 h 405364"/>
              <a:gd name="connsiteX20" fmla="*/ 50 w 4279658"/>
              <a:gd name="connsiteY20" fmla="*/ 203674 h 405364"/>
              <a:gd name="connsiteX21" fmla="*/ 148 w 4279658"/>
              <a:gd name="connsiteY21" fmla="*/ 203414 h 405364"/>
              <a:gd name="connsiteX22" fmla="*/ 0 w 4279658"/>
              <a:gd name="connsiteY22" fmla="*/ 202682 h 405364"/>
              <a:gd name="connsiteX23" fmla="*/ 15928 w 4279658"/>
              <a:gd name="connsiteY23" fmla="*/ 123789 h 405364"/>
              <a:gd name="connsiteX24" fmla="*/ 202682 w 4279658"/>
              <a:gd name="connsiteY24" fmla="*/ 0 h 405364"/>
            </a:gdLst>
            <a:ahLst/>
            <a:cxnLst/>
            <a:rect l="l" t="t" r="r" b="b"/>
            <a:pathLst>
              <a:path w="4279658" h="405364">
                <a:moveTo>
                  <a:pt x="0" y="202681"/>
                </a:moveTo>
                <a:lnTo>
                  <a:pt x="0" y="202682"/>
                </a:lnTo>
                <a:lnTo>
                  <a:pt x="0" y="202682"/>
                </a:lnTo>
                <a:close/>
                <a:moveTo>
                  <a:pt x="202682" y="0"/>
                </a:moveTo>
                <a:lnTo>
                  <a:pt x="1385839" y="0"/>
                </a:lnTo>
                <a:lnTo>
                  <a:pt x="1403938" y="1825"/>
                </a:lnTo>
                <a:lnTo>
                  <a:pt x="3910786" y="1825"/>
                </a:lnTo>
                <a:cubicBezTo>
                  <a:pt x="3922181" y="1465"/>
                  <a:pt x="3933577" y="2240"/>
                  <a:pt x="3944173" y="4093"/>
                </a:cubicBezTo>
                <a:cubicBezTo>
                  <a:pt x="3953970" y="5812"/>
                  <a:pt x="3962567" y="8496"/>
                  <a:pt x="3969764" y="11822"/>
                </a:cubicBezTo>
                <a:lnTo>
                  <a:pt x="4267657" y="185129"/>
                </a:lnTo>
                <a:cubicBezTo>
                  <a:pt x="4275254" y="190553"/>
                  <a:pt x="4279652" y="196563"/>
                  <a:pt x="4279652" y="202857"/>
                </a:cubicBezTo>
                <a:cubicBezTo>
                  <a:pt x="4279852" y="209075"/>
                  <a:pt x="4275654" y="215387"/>
                  <a:pt x="4268456" y="220811"/>
                </a:cubicBezTo>
                <a:lnTo>
                  <a:pt x="3977961" y="390489"/>
                </a:lnTo>
                <a:cubicBezTo>
                  <a:pt x="3970964" y="394591"/>
                  <a:pt x="3961967" y="397955"/>
                  <a:pt x="3951571" y="400487"/>
                </a:cubicBezTo>
                <a:cubicBezTo>
                  <a:pt x="3940375" y="403247"/>
                  <a:pt x="3927779" y="404872"/>
                  <a:pt x="3914784" y="405269"/>
                </a:cubicBezTo>
                <a:lnTo>
                  <a:pt x="1386786" y="405269"/>
                </a:lnTo>
                <a:lnTo>
                  <a:pt x="1385838" y="405364"/>
                </a:lnTo>
                <a:lnTo>
                  <a:pt x="202682" y="405363"/>
                </a:lnTo>
                <a:cubicBezTo>
                  <a:pt x="118729" y="405363"/>
                  <a:pt x="46697" y="354320"/>
                  <a:pt x="15928" y="281574"/>
                </a:cubicBezTo>
                <a:lnTo>
                  <a:pt x="378" y="204555"/>
                </a:lnTo>
                <a:lnTo>
                  <a:pt x="50" y="203674"/>
                </a:lnTo>
                <a:lnTo>
                  <a:pt x="148" y="203414"/>
                </a:lnTo>
                <a:lnTo>
                  <a:pt x="0" y="202682"/>
                </a:lnTo>
                <a:lnTo>
                  <a:pt x="15928" y="123789"/>
                </a:lnTo>
                <a:cubicBezTo>
                  <a:pt x="46697" y="51044"/>
                  <a:pt x="118729" y="0"/>
                  <a:pt x="202682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/>
          </a:ln>
          <a:effectLst/>
        </p:spPr>
        <p:txBody>
          <a:bodyPr vert="horz" wrap="square" lIns="50800" tIns="50800" rIns="50800" bIns="5080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16200000">
            <a:off x="1377606" y="5415346"/>
            <a:ext cx="151717" cy="155911"/>
          </a:xfrm>
          <a:custGeom>
            <a:avLst/>
            <a:gdLst/>
            <a:ahLst/>
            <a:cxnLst/>
            <a:rect l="0" t="0" r="r" b="b"/>
            <a:pathLst>
              <a:path w="21519" h="21600" extrusionOk="0">
                <a:moveTo>
                  <a:pt x="10759" y="21600"/>
                </a:moveTo>
                <a:cubicBezTo>
                  <a:pt x="10540" y="21600"/>
                  <a:pt x="10329" y="21437"/>
                  <a:pt x="10174" y="21148"/>
                </a:cubicBezTo>
                <a:lnTo>
                  <a:pt x="242" y="2634"/>
                </a:lnTo>
                <a:cubicBezTo>
                  <a:pt x="-81" y="2031"/>
                  <a:pt x="-81" y="1054"/>
                  <a:pt x="242" y="452"/>
                </a:cubicBezTo>
                <a:cubicBezTo>
                  <a:pt x="398" y="163"/>
                  <a:pt x="608" y="0"/>
                  <a:pt x="827" y="0"/>
                </a:cubicBezTo>
                <a:lnTo>
                  <a:pt x="20691" y="0"/>
                </a:lnTo>
                <a:cubicBezTo>
                  <a:pt x="21149" y="0"/>
                  <a:pt x="21519" y="691"/>
                  <a:pt x="21519" y="1543"/>
                </a:cubicBezTo>
                <a:cubicBezTo>
                  <a:pt x="21519" y="1952"/>
                  <a:pt x="21432" y="2344"/>
                  <a:pt x="21277" y="2634"/>
                </a:cubicBezTo>
                <a:lnTo>
                  <a:pt x="11345" y="21148"/>
                </a:lnTo>
                <a:cubicBezTo>
                  <a:pt x="11189" y="21437"/>
                  <a:pt x="10979" y="21600"/>
                  <a:pt x="10759" y="2160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  <a:effectLst/>
        </p:spPr>
        <p:txBody>
          <a:bodyPr vert="horz" wrap="square" lIns="45719" tIns="45719" rIns="45719" bIns="45719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2004023" y="5346490"/>
            <a:ext cx="2324100" cy="292100"/>
          </a:xfrm>
          <a:prstGeom prst="rect">
            <a:avLst/>
          </a:prstGeom>
          <a:noFill/>
          <a:ln w="12700" cap="flat">
            <a:noFill/>
            <a:miter/>
          </a:ln>
          <a:effectLst/>
        </p:spPr>
        <p:txBody>
          <a:bodyPr vert="horz" wrap="square" lIns="50800" tIns="50800" rIns="50800" bIns="5080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PART 01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073148" y="2140554"/>
            <a:ext cx="4850080" cy="2728485"/>
          </a:xfrm>
          <a:prstGeom prst="roundRect">
            <a:avLst>
              <a:gd name="adj" fmla="val 6436"/>
            </a:avLst>
          </a:prstGeom>
          <a:solidFill>
            <a:schemeClr val="bg1"/>
          </a:solidFill>
          <a:ln cap="sq">
            <a:noFill/>
            <a:prstDash val="solid"/>
            <a:miter/>
            <a:headEnd/>
            <a:tailEnd/>
          </a:ln>
          <a:effectLst>
            <a:outerShdw blurRad="381000" dist="127000" dir="2700000" algn="tl" rotWithShape="0">
              <a:schemeClr val="tx1">
                <a:lumMod val="85000"/>
                <a:lumOff val="15000"/>
                <a:alpha val="15000"/>
              </a:schemeClr>
            </a:outerShdw>
          </a:effectLst>
        </p:spPr>
        <p:txBody>
          <a:bodyPr vert="horz" wrap="square" lIns="38102" tIns="38102" rIns="38102" bIns="38102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074162" y="2140603"/>
            <a:ext cx="4848052" cy="171269"/>
          </a:xfrm>
          <a:custGeom>
            <a:avLst/>
            <a:gdLst/>
            <a:ahLst/>
            <a:cxnLst/>
            <a:rect l="0" t="0" r="r" b="b"/>
            <a:pathLst>
              <a:path w="21600" h="21598" extrusionOk="0">
                <a:moveTo>
                  <a:pt x="1730" y="0"/>
                </a:moveTo>
                <a:cubicBezTo>
                  <a:pt x="1220" y="0"/>
                  <a:pt x="914" y="-2"/>
                  <a:pt x="711" y="1259"/>
                </a:cubicBezTo>
                <a:cubicBezTo>
                  <a:pt x="417" y="2844"/>
                  <a:pt x="187" y="6279"/>
                  <a:pt x="80" y="10634"/>
                </a:cubicBezTo>
                <a:cubicBezTo>
                  <a:pt x="14" y="12980"/>
                  <a:pt x="3" y="16721"/>
                  <a:pt x="0" y="21598"/>
                </a:cubicBezTo>
                <a:lnTo>
                  <a:pt x="21600" y="21598"/>
                </a:lnTo>
                <a:cubicBezTo>
                  <a:pt x="21597" y="16721"/>
                  <a:pt x="21586" y="12980"/>
                  <a:pt x="21520" y="10634"/>
                </a:cubicBezTo>
                <a:cubicBezTo>
                  <a:pt x="21413" y="6279"/>
                  <a:pt x="21181" y="2844"/>
                  <a:pt x="20887" y="1259"/>
                </a:cubicBezTo>
                <a:cubicBezTo>
                  <a:pt x="20683" y="-2"/>
                  <a:pt x="20378" y="0"/>
                  <a:pt x="19868" y="0"/>
                </a:cubicBezTo>
                <a:lnTo>
                  <a:pt x="1730" y="0"/>
                </a:ln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344695" y="2369025"/>
            <a:ext cx="4306986" cy="6836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功能扩展计划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584610" y="1801463"/>
            <a:ext cx="4306986" cy="6836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技术演进方向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344842" y="3088285"/>
            <a:ext cx="4306693" cy="16396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支持更多 Pascal- S 语言特性，提升编译器兼容性。
性能优化和并行编译支持，提升编译效率。
IDE 集成和语言服务器开发，提升用户体验。
插件系统和生态系统建设，拓展编译器应用场景。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584757" y="2513602"/>
            <a:ext cx="4306693" cy="16396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更先进的优化算法集成，提升代码性能。
多线程编译支持，充分利用多核资源。
增量编译功能，提升编译速度。
调试信息完善，便于开发调试。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zh-CN" altLang="en-US" sz="32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</a:rPr>
              <a:t>改进建议</a:t>
            </a:r>
            <a:endParaRPr kumimoji="1" lang="zh-CN" altLang="en-US" dirty="0"/>
          </a:p>
        </p:txBody>
      </p:sp>
      <p:sp>
        <p:nvSpPr>
          <p:cNvPr id="23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743703"/>
            <a:ext cx="11235266" cy="114297"/>
          </a:xfrm>
          <a:custGeom>
            <a:avLst/>
            <a:gdLst>
              <a:gd name="connsiteX0" fmla="*/ 0 w 11235266"/>
              <a:gd name="connsiteY0" fmla="*/ 0 h 114297"/>
              <a:gd name="connsiteX1" fmla="*/ 11163266 w 11235266"/>
              <a:gd name="connsiteY1" fmla="*/ 0 h 114297"/>
              <a:gd name="connsiteX2" fmla="*/ 11235266 w 11235266"/>
              <a:gd name="connsiteY2" fmla="*/ 72000 h 114297"/>
              <a:gd name="connsiteX3" fmla="*/ 11217746 w 11235266"/>
              <a:gd name="connsiteY3" fmla="*/ 114297 h 114297"/>
              <a:gd name="connsiteX4" fmla="*/ 0 w 11235266"/>
              <a:gd name="connsiteY4" fmla="*/ 114297 h 114297"/>
            </a:gdLst>
            <a:ahLst/>
            <a:cxnLst/>
            <a:rect l="l" t="t" r="r" b="b"/>
            <a:pathLst>
              <a:path w="11235266" h="114297">
                <a:moveTo>
                  <a:pt x="0" y="0"/>
                </a:moveTo>
                <a:lnTo>
                  <a:pt x="11163266" y="0"/>
                </a:lnTo>
                <a:cubicBezTo>
                  <a:pt x="11203031" y="0"/>
                  <a:pt x="11235266" y="32235"/>
                  <a:pt x="11235266" y="72000"/>
                </a:cubicBezTo>
                <a:lnTo>
                  <a:pt x="11217746" y="114297"/>
                </a:lnTo>
                <a:lnTo>
                  <a:pt x="0" y="114297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1000"/>
                  <a:lumOff val="39000"/>
                </a:schemeClr>
              </a:gs>
              <a:gs pos="51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79553" tIns="39776" rIns="79553" bIns="3977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65367" y="6606000"/>
            <a:ext cx="1426633" cy="252000"/>
          </a:xfrm>
          <a:custGeom>
            <a:avLst/>
            <a:gdLst>
              <a:gd name="connsiteX0" fmla="*/ 189442 w 1426633"/>
              <a:gd name="connsiteY0" fmla="*/ 0 h 340783"/>
              <a:gd name="connsiteX1" fmla="*/ 1426633 w 1426633"/>
              <a:gd name="connsiteY1" fmla="*/ 0 h 340783"/>
              <a:gd name="connsiteX2" fmla="*/ 1426633 w 1426633"/>
              <a:gd name="connsiteY2" fmla="*/ 340783 h 340783"/>
              <a:gd name="connsiteX3" fmla="*/ 0 w 1426633"/>
              <a:gd name="connsiteY3" fmla="*/ 340783 h 340783"/>
              <a:gd name="connsiteX4" fmla="*/ 0 w 1426633"/>
              <a:gd name="connsiteY4" fmla="*/ 189442 h 340783"/>
              <a:gd name="connsiteX5" fmla="*/ 189442 w 1426633"/>
              <a:gd name="connsiteY5" fmla="*/ 0 h 340783"/>
            </a:gdLst>
            <a:ahLst/>
            <a:cxnLst/>
            <a:rect l="l" t="t" r="r" b="b"/>
            <a:pathLst>
              <a:path w="1426633" h="340783">
                <a:moveTo>
                  <a:pt x="189442" y="0"/>
                </a:moveTo>
                <a:lnTo>
                  <a:pt x="1426633" y="0"/>
                </a:lnTo>
                <a:lnTo>
                  <a:pt x="1426633" y="340783"/>
                </a:lnTo>
                <a:lnTo>
                  <a:pt x="0" y="340783"/>
                </a:lnTo>
                <a:lnTo>
                  <a:pt x="0" y="189442"/>
                </a:lnTo>
                <a:cubicBezTo>
                  <a:pt x="0" y="84816"/>
                  <a:pt x="84816" y="0"/>
                  <a:pt x="18944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4900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865462" y="6737667"/>
            <a:ext cx="1080000" cy="1702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2007479" y="6697695"/>
            <a:ext cx="76155" cy="84263"/>
          </a:xfrm>
          <a:custGeom>
            <a:avLst/>
            <a:gdLst>
              <a:gd name="connsiteX0" fmla="*/ 64027 w 76155"/>
              <a:gd name="connsiteY0" fmla="*/ 60007 h 84263"/>
              <a:gd name="connsiteX1" fmla="*/ 76155 w 76155"/>
              <a:gd name="connsiteY1" fmla="*/ 72135 h 84263"/>
              <a:gd name="connsiteX2" fmla="*/ 64027 w 76155"/>
              <a:gd name="connsiteY2" fmla="*/ 84263 h 84263"/>
              <a:gd name="connsiteX3" fmla="*/ 51899 w 76155"/>
              <a:gd name="connsiteY3" fmla="*/ 72135 h 84263"/>
              <a:gd name="connsiteX4" fmla="*/ 64027 w 76155"/>
              <a:gd name="connsiteY4" fmla="*/ 60007 h 84263"/>
              <a:gd name="connsiteX5" fmla="*/ 12128 w 76155"/>
              <a:gd name="connsiteY5" fmla="*/ 60007 h 84263"/>
              <a:gd name="connsiteX6" fmla="*/ 24256 w 76155"/>
              <a:gd name="connsiteY6" fmla="*/ 72135 h 84263"/>
              <a:gd name="connsiteX7" fmla="*/ 12128 w 76155"/>
              <a:gd name="connsiteY7" fmla="*/ 84263 h 84263"/>
              <a:gd name="connsiteX8" fmla="*/ 0 w 76155"/>
              <a:gd name="connsiteY8" fmla="*/ 72135 h 84263"/>
              <a:gd name="connsiteX9" fmla="*/ 12128 w 76155"/>
              <a:gd name="connsiteY9" fmla="*/ 60007 h 84263"/>
              <a:gd name="connsiteX10" fmla="*/ 64027 w 76155"/>
              <a:gd name="connsiteY10" fmla="*/ 0 h 84263"/>
              <a:gd name="connsiteX11" fmla="*/ 76155 w 76155"/>
              <a:gd name="connsiteY11" fmla="*/ 12128 h 84263"/>
              <a:gd name="connsiteX12" fmla="*/ 64027 w 76155"/>
              <a:gd name="connsiteY12" fmla="*/ 24256 h 84263"/>
              <a:gd name="connsiteX13" fmla="*/ 51899 w 76155"/>
              <a:gd name="connsiteY13" fmla="*/ 12128 h 84263"/>
              <a:gd name="connsiteX14" fmla="*/ 64027 w 76155"/>
              <a:gd name="connsiteY14" fmla="*/ 0 h 84263"/>
              <a:gd name="connsiteX15" fmla="*/ 12128 w 76155"/>
              <a:gd name="connsiteY15" fmla="*/ 0 h 84263"/>
              <a:gd name="connsiteX16" fmla="*/ 24256 w 76155"/>
              <a:gd name="connsiteY16" fmla="*/ 12128 h 84263"/>
              <a:gd name="connsiteX17" fmla="*/ 12128 w 76155"/>
              <a:gd name="connsiteY17" fmla="*/ 24256 h 84263"/>
              <a:gd name="connsiteX18" fmla="*/ 0 w 76155"/>
              <a:gd name="connsiteY18" fmla="*/ 12128 h 84263"/>
              <a:gd name="connsiteX19" fmla="*/ 12128 w 76155"/>
              <a:gd name="connsiteY19" fmla="*/ 0 h 84263"/>
            </a:gdLst>
            <a:ahLst/>
            <a:cxnLst/>
            <a:rect l="l" t="t" r="r" b="b"/>
            <a:pathLst>
              <a:path w="76155" h="84263">
                <a:moveTo>
                  <a:pt x="64027" y="60007"/>
                </a:moveTo>
                <a:cubicBezTo>
                  <a:pt x="70725" y="60007"/>
                  <a:pt x="76155" y="65437"/>
                  <a:pt x="76155" y="72135"/>
                </a:cubicBezTo>
                <a:cubicBezTo>
                  <a:pt x="76155" y="78833"/>
                  <a:pt x="70725" y="84263"/>
                  <a:pt x="64027" y="84263"/>
                </a:cubicBezTo>
                <a:cubicBezTo>
                  <a:pt x="57329" y="84263"/>
                  <a:pt x="51899" y="78833"/>
                  <a:pt x="51899" y="72135"/>
                </a:cubicBezTo>
                <a:cubicBezTo>
                  <a:pt x="51899" y="65437"/>
                  <a:pt x="57329" y="60007"/>
                  <a:pt x="64027" y="60007"/>
                </a:cubicBezTo>
                <a:close/>
                <a:moveTo>
                  <a:pt x="12128" y="60007"/>
                </a:moveTo>
                <a:cubicBezTo>
                  <a:pt x="18826" y="60007"/>
                  <a:pt x="24256" y="65437"/>
                  <a:pt x="24256" y="72135"/>
                </a:cubicBezTo>
                <a:cubicBezTo>
                  <a:pt x="24256" y="78833"/>
                  <a:pt x="18826" y="84263"/>
                  <a:pt x="12128" y="84263"/>
                </a:cubicBezTo>
                <a:cubicBezTo>
                  <a:pt x="5430" y="84263"/>
                  <a:pt x="0" y="78833"/>
                  <a:pt x="0" y="72135"/>
                </a:cubicBezTo>
                <a:cubicBezTo>
                  <a:pt x="0" y="65437"/>
                  <a:pt x="5430" y="60007"/>
                  <a:pt x="12128" y="60007"/>
                </a:cubicBezTo>
                <a:close/>
                <a:moveTo>
                  <a:pt x="64027" y="0"/>
                </a:moveTo>
                <a:cubicBezTo>
                  <a:pt x="70725" y="0"/>
                  <a:pt x="76155" y="5430"/>
                  <a:pt x="76155" y="12128"/>
                </a:cubicBezTo>
                <a:cubicBezTo>
                  <a:pt x="76155" y="18826"/>
                  <a:pt x="70725" y="24256"/>
                  <a:pt x="64027" y="24256"/>
                </a:cubicBezTo>
                <a:cubicBezTo>
                  <a:pt x="57329" y="24256"/>
                  <a:pt x="51899" y="18826"/>
                  <a:pt x="51899" y="12128"/>
                </a:cubicBezTo>
                <a:cubicBezTo>
                  <a:pt x="51899" y="5430"/>
                  <a:pt x="57329" y="0"/>
                  <a:pt x="64027" y="0"/>
                </a:cubicBezTo>
                <a:close/>
                <a:moveTo>
                  <a:pt x="12128" y="0"/>
                </a:moveTo>
                <a:cubicBezTo>
                  <a:pt x="18826" y="0"/>
                  <a:pt x="24256" y="5430"/>
                  <a:pt x="24256" y="12128"/>
                </a:cubicBezTo>
                <a:cubicBezTo>
                  <a:pt x="24256" y="18826"/>
                  <a:pt x="18826" y="24256"/>
                  <a:pt x="12128" y="24256"/>
                </a:cubicBezTo>
                <a:cubicBezTo>
                  <a:pt x="5430" y="24256"/>
                  <a:pt x="0" y="18826"/>
                  <a:pt x="0" y="12128"/>
                </a:cubicBezTo>
                <a:cubicBezTo>
                  <a:pt x="0" y="5430"/>
                  <a:pt x="5430" y="0"/>
                  <a:pt x="12128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995020" y="1526493"/>
            <a:ext cx="3521009" cy="2054908"/>
          </a:xfrm>
          <a:prstGeom prst="roundRect">
            <a:avLst>
              <a:gd name="adj" fmla="val 3513"/>
            </a:avLst>
          </a:prstGeom>
          <a:solidFill>
            <a:schemeClr val="accent1">
              <a:lumMod val="20000"/>
              <a:lumOff val="80000"/>
            </a:schemeClr>
          </a:solidFill>
          <a:ln w="19050" cap="sq">
            <a:solidFill>
              <a:schemeClr val="accent1">
                <a:lumMod val="60000"/>
                <a:lumOff val="4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9405120" y="1125089"/>
            <a:ext cx="700809" cy="700809"/>
          </a:xfrm>
          <a:prstGeom prst="flowChartConnector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315524" y="2121322"/>
            <a:ext cx="288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242021" y="2509641"/>
            <a:ext cx="3027007" cy="8717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模块划分：8 个主要功能模块。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9586989" y="1300244"/>
            <a:ext cx="337071" cy="350499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/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329851" y="1526493"/>
            <a:ext cx="3521009" cy="2054908"/>
          </a:xfrm>
          <a:prstGeom prst="roundRect">
            <a:avLst>
              <a:gd name="adj" fmla="val 3513"/>
            </a:avLst>
          </a:prstGeom>
          <a:solidFill>
            <a:schemeClr val="accent2">
              <a:lumMod val="20000"/>
              <a:lumOff val="80000"/>
            </a:schemeClr>
          </a:solidFill>
          <a:ln w="19050" cap="sq">
            <a:solidFill>
              <a:schemeClr val="accent2">
                <a:lumMod val="60000"/>
                <a:lumOff val="4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739951" y="1125089"/>
            <a:ext cx="700809" cy="700809"/>
          </a:xfrm>
          <a:prstGeom prst="flowChartConnector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650355" y="2121322"/>
            <a:ext cx="288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904419" y="1300244"/>
            <a:ext cx="371873" cy="350499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576852" y="2509641"/>
            <a:ext cx="3027007" cy="90622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文件数量：65 个文件。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64682" y="1536624"/>
            <a:ext cx="3521009" cy="2054908"/>
          </a:xfrm>
          <a:prstGeom prst="roundRect">
            <a:avLst>
              <a:gd name="adj" fmla="val 3513"/>
            </a:avLst>
          </a:prstGeom>
          <a:solidFill>
            <a:schemeClr val="accent1">
              <a:lumMod val="20000"/>
              <a:lumOff val="80000"/>
            </a:schemeClr>
          </a:solidFill>
          <a:ln w="19050" cap="sq">
            <a:solidFill>
              <a:schemeClr val="accent1">
                <a:lumMod val="60000"/>
                <a:lumOff val="4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2074782" y="1114958"/>
            <a:ext cx="700809" cy="700809"/>
          </a:xfrm>
          <a:prstGeom prst="flowChartConnector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985186" y="2111191"/>
            <a:ext cx="288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263404" y="1290113"/>
            <a:ext cx="323565" cy="350499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  <a:effectLst>
            <a:outerShdw blurRad="50800" dist="38100" dir="2700000" algn="tl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911683" y="2499510"/>
            <a:ext cx="3027007" cy="90622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代码规模：约 9,429 行代码。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4325569" y="4144197"/>
            <a:ext cx="3521009" cy="2054908"/>
          </a:xfrm>
          <a:prstGeom prst="roundRect">
            <a:avLst>
              <a:gd name="adj" fmla="val 3513"/>
            </a:avLst>
          </a:prstGeom>
          <a:solidFill>
            <a:schemeClr val="accent2">
              <a:lumMod val="20000"/>
              <a:lumOff val="80000"/>
            </a:schemeClr>
          </a:solidFill>
          <a:ln w="19050" cap="sq">
            <a:solidFill>
              <a:schemeClr val="accent2">
                <a:lumMod val="60000"/>
                <a:lumOff val="4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5735669" y="3742793"/>
            <a:ext cx="700809" cy="700809"/>
          </a:xfrm>
          <a:prstGeom prst="flowChartConnector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4646073" y="4739026"/>
            <a:ext cx="288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05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5900137" y="3917948"/>
            <a:ext cx="371873" cy="350499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4572570" y="5127345"/>
            <a:ext cx="3027007" cy="90622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平台支持：6 种平台组合全覆盖。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660400" y="4154328"/>
            <a:ext cx="3521009" cy="2054908"/>
          </a:xfrm>
          <a:prstGeom prst="roundRect">
            <a:avLst>
              <a:gd name="adj" fmla="val 3513"/>
            </a:avLst>
          </a:prstGeom>
          <a:solidFill>
            <a:schemeClr val="accent1">
              <a:lumMod val="20000"/>
              <a:lumOff val="80000"/>
            </a:schemeClr>
          </a:solidFill>
          <a:ln w="19050" cap="sq">
            <a:solidFill>
              <a:schemeClr val="accent1">
                <a:lumMod val="60000"/>
                <a:lumOff val="4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2070500" y="3732662"/>
            <a:ext cx="700809" cy="700809"/>
          </a:xfrm>
          <a:prstGeom prst="flowChartConnector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980904" y="4728895"/>
            <a:ext cx="288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04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2259122" y="3907817"/>
            <a:ext cx="323565" cy="350499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  <a:effectLst>
            <a:outerShdw blurRad="50800" dist="38100" dir="2700000" algn="tl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907401" y="5117214"/>
            <a:ext cx="3027007" cy="90622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3B3838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测试保证：单元测试 + 集成测试双重保障。</a:t>
            </a: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81683" y="92733"/>
            <a:ext cx="10560703" cy="720000"/>
          </a:xfrm>
          <a:prstGeom prst="rect">
            <a:avLst/>
          </a:prstGeom>
          <a:gradFill>
            <a:gsLst>
              <a:gs pos="25000">
                <a:schemeClr val="bg1">
                  <a:alpha val="0"/>
                </a:schemeClr>
              </a:gs>
              <a:gs pos="60000">
                <a:schemeClr val="bg1"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1651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810593" y="236733"/>
            <a:ext cx="7780158" cy="432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项目统计总结</a:t>
            </a: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3500000">
            <a:off x="293129" y="337660"/>
            <a:ext cx="345290" cy="345290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 rot="13500000">
            <a:off x="172893" y="198375"/>
            <a:ext cx="143802" cy="143802"/>
          </a:xfrm>
          <a:custGeom>
            <a:avLst/>
            <a:gdLst>
              <a:gd name="connsiteX0" fmla="*/ 1374612 w 1464393"/>
              <a:gd name="connsiteY0" fmla="*/ 1356651 h 1464393"/>
              <a:gd name="connsiteX1" fmla="*/ 1157861 w 1464393"/>
              <a:gd name="connsiteY1" fmla="*/ 1446432 h 1464393"/>
              <a:gd name="connsiteX2" fmla="*/ 851329 w 1464393"/>
              <a:gd name="connsiteY2" fmla="*/ 1139900 h 1464393"/>
              <a:gd name="connsiteX3" fmla="*/ 732331 w 1464393"/>
              <a:gd name="connsiteY3" fmla="*/ 735538 h 1464393"/>
              <a:gd name="connsiteX4" fmla="*/ 682213 w 1464393"/>
              <a:gd name="connsiteY4" fmla="*/ 948468 h 1464393"/>
              <a:gd name="connsiteX5" fmla="*/ 631025 w 1464393"/>
              <a:gd name="connsiteY5" fmla="*/ 1157861 h 1464393"/>
              <a:gd name="connsiteX6" fmla="*/ 324493 w 1464393"/>
              <a:gd name="connsiteY6" fmla="*/ 1464393 h 1464393"/>
              <a:gd name="connsiteX7" fmla="*/ 107742 w 1464393"/>
              <a:gd name="connsiteY7" fmla="*/ 1374612 h 1464393"/>
              <a:gd name="connsiteX8" fmla="*/ 17961 w 1464393"/>
              <a:gd name="connsiteY8" fmla="*/ 1157861 h 1464393"/>
              <a:gd name="connsiteX9" fmla="*/ 324493 w 1464393"/>
              <a:gd name="connsiteY9" fmla="*/ 851329 h 1464393"/>
              <a:gd name="connsiteX10" fmla="*/ 728857 w 1464393"/>
              <a:gd name="connsiteY10" fmla="*/ 732330 h 1464393"/>
              <a:gd name="connsiteX11" fmla="*/ 515925 w 1464393"/>
              <a:gd name="connsiteY11" fmla="*/ 682212 h 1464393"/>
              <a:gd name="connsiteX12" fmla="*/ 306532 w 1464393"/>
              <a:gd name="connsiteY12" fmla="*/ 631025 h 1464393"/>
              <a:gd name="connsiteX13" fmla="*/ 0 w 1464393"/>
              <a:gd name="connsiteY13" fmla="*/ 324493 h 1464393"/>
              <a:gd name="connsiteX14" fmla="*/ 306532 w 1464393"/>
              <a:gd name="connsiteY14" fmla="*/ 17961 h 1464393"/>
              <a:gd name="connsiteX15" fmla="*/ 613064 w 1464393"/>
              <a:gd name="connsiteY15" fmla="*/ 324493 h 1464393"/>
              <a:gd name="connsiteX16" fmla="*/ 732063 w 1464393"/>
              <a:gd name="connsiteY16" fmla="*/ 728856 h 1464393"/>
              <a:gd name="connsiteX17" fmla="*/ 782181 w 1464393"/>
              <a:gd name="connsiteY17" fmla="*/ 515925 h 1464393"/>
              <a:gd name="connsiteX18" fmla="*/ 833368 w 1464393"/>
              <a:gd name="connsiteY18" fmla="*/ 306532 h 1464393"/>
              <a:gd name="connsiteX19" fmla="*/ 1139900 w 1464393"/>
              <a:gd name="connsiteY19" fmla="*/ 0 h 1464393"/>
              <a:gd name="connsiteX20" fmla="*/ 1446432 w 1464393"/>
              <a:gd name="connsiteY20" fmla="*/ 306532 h 1464393"/>
              <a:gd name="connsiteX21" fmla="*/ 1139900 w 1464393"/>
              <a:gd name="connsiteY21" fmla="*/ 613064 h 1464393"/>
              <a:gd name="connsiteX22" fmla="*/ 735539 w 1464393"/>
              <a:gd name="connsiteY22" fmla="*/ 732062 h 1464393"/>
              <a:gd name="connsiteX23" fmla="*/ 948468 w 1464393"/>
              <a:gd name="connsiteY23" fmla="*/ 782180 h 1464393"/>
              <a:gd name="connsiteX24" fmla="*/ 1157861 w 1464393"/>
              <a:gd name="connsiteY24" fmla="*/ 833368 h 1464393"/>
              <a:gd name="connsiteX25" fmla="*/ 1464393 w 1464393"/>
              <a:gd name="connsiteY25" fmla="*/ 1139900 h 1464393"/>
              <a:gd name="connsiteX26" fmla="*/ 1374612 w 1464393"/>
              <a:gd name="connsiteY26" fmla="*/ 1356651 h 1464393"/>
            </a:gdLst>
            <a:ahLst/>
            <a:cxnLst/>
            <a:rect l="l" t="t" r="r" b="b"/>
            <a:pathLst>
              <a:path w="1464393" h="1464393">
                <a:moveTo>
                  <a:pt x="1374612" y="1356651"/>
                </a:moveTo>
                <a:cubicBezTo>
                  <a:pt x="1319141" y="1412122"/>
                  <a:pt x="1242508" y="1446432"/>
                  <a:pt x="1157861" y="1446432"/>
                </a:cubicBezTo>
                <a:cubicBezTo>
                  <a:pt x="988568" y="1446432"/>
                  <a:pt x="901618" y="1312784"/>
                  <a:pt x="851329" y="1139900"/>
                </a:cubicBezTo>
                <a:lnTo>
                  <a:pt x="732331" y="735538"/>
                </a:lnTo>
                <a:lnTo>
                  <a:pt x="682213" y="948468"/>
                </a:lnTo>
                <a:cubicBezTo>
                  <a:pt x="663354" y="1021558"/>
                  <a:pt x="644496" y="1093302"/>
                  <a:pt x="631025" y="1157861"/>
                </a:cubicBezTo>
                <a:cubicBezTo>
                  <a:pt x="578939" y="1325358"/>
                  <a:pt x="493786" y="1464393"/>
                  <a:pt x="324493" y="1464393"/>
                </a:cubicBezTo>
                <a:cubicBezTo>
                  <a:pt x="239847" y="1464393"/>
                  <a:pt x="163213" y="1430083"/>
                  <a:pt x="107742" y="1374612"/>
                </a:cubicBezTo>
                <a:cubicBezTo>
                  <a:pt x="52271" y="1319141"/>
                  <a:pt x="17961" y="1242508"/>
                  <a:pt x="17961" y="1157861"/>
                </a:cubicBezTo>
                <a:cubicBezTo>
                  <a:pt x="17961" y="988568"/>
                  <a:pt x="151609" y="901618"/>
                  <a:pt x="324493" y="851329"/>
                </a:cubicBezTo>
                <a:lnTo>
                  <a:pt x="728857" y="732330"/>
                </a:lnTo>
                <a:lnTo>
                  <a:pt x="515925" y="682212"/>
                </a:lnTo>
                <a:cubicBezTo>
                  <a:pt x="442835" y="663353"/>
                  <a:pt x="371091" y="644495"/>
                  <a:pt x="306532" y="631025"/>
                </a:cubicBezTo>
                <a:cubicBezTo>
                  <a:pt x="139035" y="578939"/>
                  <a:pt x="0" y="493786"/>
                  <a:pt x="0" y="324493"/>
                </a:cubicBezTo>
                <a:cubicBezTo>
                  <a:pt x="0" y="155200"/>
                  <a:pt x="137239" y="17961"/>
                  <a:pt x="306532" y="17961"/>
                </a:cubicBezTo>
                <a:cubicBezTo>
                  <a:pt x="475825" y="17961"/>
                  <a:pt x="562775" y="151609"/>
                  <a:pt x="613064" y="324493"/>
                </a:cubicBezTo>
                <a:lnTo>
                  <a:pt x="732063" y="728856"/>
                </a:lnTo>
                <a:lnTo>
                  <a:pt x="782181" y="515925"/>
                </a:lnTo>
                <a:cubicBezTo>
                  <a:pt x="801040" y="442835"/>
                  <a:pt x="819898" y="371091"/>
                  <a:pt x="833368" y="306532"/>
                </a:cubicBezTo>
                <a:cubicBezTo>
                  <a:pt x="885454" y="139035"/>
                  <a:pt x="970607" y="0"/>
                  <a:pt x="1139900" y="0"/>
                </a:cubicBezTo>
                <a:cubicBezTo>
                  <a:pt x="1309193" y="0"/>
                  <a:pt x="1446432" y="137239"/>
                  <a:pt x="1446432" y="306532"/>
                </a:cubicBezTo>
                <a:cubicBezTo>
                  <a:pt x="1446432" y="475825"/>
                  <a:pt x="1312784" y="562775"/>
                  <a:pt x="1139900" y="613064"/>
                </a:cubicBezTo>
                <a:lnTo>
                  <a:pt x="735539" y="732062"/>
                </a:lnTo>
                <a:lnTo>
                  <a:pt x="948468" y="782180"/>
                </a:lnTo>
                <a:cubicBezTo>
                  <a:pt x="1021558" y="801039"/>
                  <a:pt x="1093302" y="819897"/>
                  <a:pt x="1157861" y="833368"/>
                </a:cubicBezTo>
                <a:cubicBezTo>
                  <a:pt x="1325358" y="885454"/>
                  <a:pt x="1464393" y="970607"/>
                  <a:pt x="1464393" y="1139900"/>
                </a:cubicBezTo>
                <a:cubicBezTo>
                  <a:pt x="1464393" y="1224546"/>
                  <a:pt x="1430083" y="1301180"/>
                  <a:pt x="1374612" y="135665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6096"/>
            <a:ext cx="12192000" cy="684580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9325" y="1228697"/>
            <a:ext cx="7449403" cy="4851545"/>
          </a:xfrm>
          <a:custGeom>
            <a:avLst/>
            <a:gdLst>
              <a:gd name="connsiteX0" fmla="*/ 0 w 7509000"/>
              <a:gd name="connsiteY0" fmla="*/ 0 h 4594482"/>
              <a:gd name="connsiteX1" fmla="*/ 5329653 w 7509000"/>
              <a:gd name="connsiteY1" fmla="*/ 0 h 4594482"/>
              <a:gd name="connsiteX2" fmla="*/ 7509000 w 7509000"/>
              <a:gd name="connsiteY2" fmla="*/ 2297241 h 4594482"/>
              <a:gd name="connsiteX3" fmla="*/ 5329653 w 7509000"/>
              <a:gd name="connsiteY3" fmla="*/ 4594482 h 4594482"/>
              <a:gd name="connsiteX4" fmla="*/ 0 w 7509000"/>
              <a:gd name="connsiteY4" fmla="*/ 4594482 h 4594482"/>
            </a:gdLst>
            <a:ahLst/>
            <a:cxnLst/>
            <a:rect l="l" t="t" r="r" b="b"/>
            <a:pathLst>
              <a:path w="7509000" h="4594482">
                <a:moveTo>
                  <a:pt x="0" y="0"/>
                </a:moveTo>
                <a:lnTo>
                  <a:pt x="5329653" y="0"/>
                </a:lnTo>
                <a:cubicBezTo>
                  <a:pt x="6533273" y="0"/>
                  <a:pt x="7509000" y="1028510"/>
                  <a:pt x="7509000" y="2297241"/>
                </a:cubicBezTo>
                <a:cubicBezTo>
                  <a:pt x="7509000" y="3565972"/>
                  <a:pt x="6533273" y="4594482"/>
                  <a:pt x="5329653" y="4594482"/>
                </a:cubicBezTo>
                <a:lnTo>
                  <a:pt x="0" y="4594482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>
            <a:outerShdw blurRad="203200" dist="101600" sx="98000" sy="98000" algn="t" rotWithShape="0">
              <a:schemeClr val="accent1">
                <a:lumMod val="75000"/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1391548"/>
            <a:ext cx="7184641" cy="4507622"/>
          </a:xfrm>
          <a:custGeom>
            <a:avLst/>
            <a:gdLst>
              <a:gd name="connsiteX0" fmla="*/ 0 w 7992153"/>
              <a:gd name="connsiteY0" fmla="*/ 0 h 4469120"/>
              <a:gd name="connsiteX1" fmla="*/ 5757593 w 7992153"/>
              <a:gd name="connsiteY1" fmla="*/ 0 h 4469120"/>
              <a:gd name="connsiteX2" fmla="*/ 7992153 w 7992153"/>
              <a:gd name="connsiteY2" fmla="*/ 2234560 h 4469120"/>
              <a:gd name="connsiteX3" fmla="*/ 5757593 w 7992153"/>
              <a:gd name="connsiteY3" fmla="*/ 4469120 h 4469120"/>
              <a:gd name="connsiteX4" fmla="*/ 0 w 7992153"/>
              <a:gd name="connsiteY4" fmla="*/ 4469120 h 4469120"/>
            </a:gdLst>
            <a:ahLst/>
            <a:cxnLst/>
            <a:rect l="l" t="t" r="r" b="b"/>
            <a:pathLst>
              <a:path w="7992153" h="4469120">
                <a:moveTo>
                  <a:pt x="0" y="0"/>
                </a:moveTo>
                <a:lnTo>
                  <a:pt x="5757593" y="0"/>
                </a:lnTo>
                <a:cubicBezTo>
                  <a:pt x="6991706" y="0"/>
                  <a:pt x="7992153" y="1000447"/>
                  <a:pt x="7992153" y="2234560"/>
                </a:cubicBezTo>
                <a:cubicBezTo>
                  <a:pt x="7992153" y="3468673"/>
                  <a:pt x="6991706" y="4469120"/>
                  <a:pt x="5757593" y="4469120"/>
                </a:cubicBezTo>
                <a:lnTo>
                  <a:pt x="0" y="446912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52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miter/>
          </a:ln>
          <a:effectLst>
            <a:outerShdw blurRad="241300" dist="152400" dir="2699999" algn="tl" rotWithShape="0">
              <a:schemeClr val="accent1">
                <a:alpha val="23000"/>
              </a:schemeClr>
            </a:outerShdw>
          </a:effectLst>
        </p:spPr>
        <p:txBody>
          <a:bodyPr vert="horz" wrap="square" lIns="103113" tIns="51556" rIns="103113" bIns="51556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42116" y="2495560"/>
            <a:ext cx="5602273" cy="193206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4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92722" y="1852863"/>
            <a:ext cx="1579384" cy="5333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600" dirty="0">
                <a:ln w="12700">
                  <a:solidFill>
                    <a:srgbClr val="FFFFFF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8" name="标题 1"/>
          <p:cNvSpPr txBox="1"/>
          <p:nvPr/>
        </p:nvSpPr>
        <p:spPr>
          <a:xfrm>
            <a:off x="1873774" y="2077915"/>
            <a:ext cx="3240000" cy="1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>
            <a:off x="656796" y="4611219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786083" y="4611219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915370" y="4611219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5400000">
            <a:off x="1058228" y="4611219"/>
            <a:ext cx="110624" cy="91946"/>
          </a:xfrm>
          <a:custGeom>
            <a:avLst/>
            <a:gdLst>
              <a:gd name="connsiteX0" fmla="*/ 18466 w 643271"/>
              <a:gd name="connsiteY0" fmla="*/ 366555 h 534661"/>
              <a:gd name="connsiteX1" fmla="*/ 231910 w 643271"/>
              <a:gd name="connsiteY1" fmla="*/ 47921 h 534661"/>
              <a:gd name="connsiteX2" fmla="*/ 411367 w 643271"/>
              <a:gd name="connsiteY2" fmla="*/ 47922 h 534661"/>
              <a:gd name="connsiteX3" fmla="*/ 624806 w 643271"/>
              <a:gd name="connsiteY3" fmla="*/ 366556 h 534661"/>
              <a:gd name="connsiteX4" fmla="*/ 535077 w 643271"/>
              <a:gd name="connsiteY4" fmla="*/ 534661 h 534661"/>
              <a:gd name="connsiteX5" fmla="*/ 108195 w 643271"/>
              <a:gd name="connsiteY5" fmla="*/ 534661 h 534661"/>
              <a:gd name="connsiteX6" fmla="*/ 18466 w 643271"/>
              <a:gd name="connsiteY6" fmla="*/ 366555 h 534661"/>
            </a:gdLst>
            <a:ahLst/>
            <a:cxnLst/>
            <a:rect l="l" t="t" r="r" b="b"/>
            <a:pathLst>
              <a:path w="643271" h="534661">
                <a:moveTo>
                  <a:pt x="18466" y="366555"/>
                </a:moveTo>
                <a:lnTo>
                  <a:pt x="231910" y="47921"/>
                </a:lnTo>
                <a:cubicBezTo>
                  <a:pt x="274710" y="-15974"/>
                  <a:pt x="368567" y="-15973"/>
                  <a:pt x="411367" y="47922"/>
                </a:cubicBezTo>
                <a:lnTo>
                  <a:pt x="624806" y="366556"/>
                </a:lnTo>
                <a:cubicBezTo>
                  <a:pt x="672889" y="438337"/>
                  <a:pt x="621475" y="534661"/>
                  <a:pt x="535077" y="534661"/>
                </a:cubicBezTo>
                <a:lnTo>
                  <a:pt x="108195" y="534661"/>
                </a:lnTo>
                <a:cubicBezTo>
                  <a:pt x="21797" y="534661"/>
                  <a:pt x="-29618" y="438336"/>
                  <a:pt x="18466" y="366555"/>
                </a:cubicBezTo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224442" y="4654276"/>
            <a:ext cx="4140000" cy="1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/>
        </p:spPr>
        <p:txBody>
          <a:bodyPr vert="horz" wrap="square" lIns="109728" tIns="54864" rIns="109728" bIns="54864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42116" y="5172433"/>
            <a:ext cx="2187575" cy="405966"/>
          </a:xfrm>
          <a:prstGeom prst="round2DiagRect">
            <a:avLst>
              <a:gd name="adj1" fmla="val 38943"/>
              <a:gd name="adj2" fmla="val 0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9525" cap="sq">
            <a:solidFill>
              <a:schemeClr val="bg1"/>
            </a:solidFill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322784" y="5260164"/>
            <a:ext cx="1600234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789083" y="5101694"/>
            <a:ext cx="386718" cy="386718"/>
          </a:xfrm>
          <a:prstGeom prst="ellipse">
            <a:avLst/>
          </a:prstGeom>
          <a:solidFill>
            <a:schemeClr val="bg1"/>
          </a:solidFill>
          <a:ln w="11430" cap="sq">
            <a:gradFill>
              <a:gsLst>
                <a:gs pos="0">
                  <a:schemeClr val="accent2">
                    <a:lumMod val="50000"/>
                    <a:lumOff val="50000"/>
                  </a:schemeClr>
                </a:gs>
                <a:gs pos="100000">
                  <a:schemeClr val="accent2">
                    <a:lumMod val="50000"/>
                    <a:lumOff val="50000"/>
                    <a:alpha val="20000"/>
                  </a:schemeClr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79868" y="5174745"/>
            <a:ext cx="205146" cy="222224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2700000" scaled="0"/>
          </a:gradFill>
          <a:ln w="9525" cap="sq">
            <a:solidFill>
              <a:schemeClr val="bg1"/>
            </a:solidFill>
            <a:miter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162815" y="5172433"/>
            <a:ext cx="2187575" cy="405966"/>
          </a:xfrm>
          <a:prstGeom prst="round2DiagRect">
            <a:avLst>
              <a:gd name="adj1" fmla="val 38943"/>
              <a:gd name="adj2" fmla="val 0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9525" cap="sq">
            <a:solidFill>
              <a:schemeClr val="bg1"/>
            </a:solidFill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3848563" y="5260164"/>
            <a:ext cx="1600234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3309782" y="5101694"/>
            <a:ext cx="386718" cy="386718"/>
          </a:xfrm>
          <a:prstGeom prst="ellipse">
            <a:avLst/>
          </a:prstGeom>
          <a:solidFill>
            <a:schemeClr val="bg1"/>
          </a:solidFill>
          <a:ln w="11430" cap="sq">
            <a:gradFill>
              <a:gsLst>
                <a:gs pos="0">
                  <a:schemeClr val="accent2">
                    <a:lumMod val="50000"/>
                    <a:lumOff val="50000"/>
                  </a:schemeClr>
                </a:gs>
                <a:gs pos="100000">
                  <a:schemeClr val="accent2">
                    <a:lumMod val="50000"/>
                    <a:lumOff val="50000"/>
                    <a:alpha val="20000"/>
                  </a:schemeClr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052767" y="5260164"/>
            <a:ext cx="841783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</a:rPr>
              <a:t>蔡逸文</a:t>
            </a:r>
            <a:endParaRPr kumimoji="1" lang="zh-CN" altLang="en-US" dirty="0"/>
          </a:p>
        </p:txBody>
      </p:sp>
      <p:sp>
        <p:nvSpPr>
          <p:cNvPr id="22" name="标题 1"/>
          <p:cNvSpPr txBox="1"/>
          <p:nvPr/>
        </p:nvSpPr>
        <p:spPr>
          <a:xfrm>
            <a:off x="4447917" y="5260164"/>
            <a:ext cx="841783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2025.5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096000" y="1"/>
            <a:ext cx="6096000" cy="4584909"/>
          </a:xfrm>
          <a:custGeom>
            <a:avLst/>
            <a:gdLst>
              <a:gd name="connsiteX0" fmla="*/ 139608 w 6096000"/>
              <a:gd name="connsiteY0" fmla="*/ 0 h 4584909"/>
              <a:gd name="connsiteX1" fmla="*/ 6096000 w 6096000"/>
              <a:gd name="connsiteY1" fmla="*/ 0 h 4584909"/>
              <a:gd name="connsiteX2" fmla="*/ 6096000 w 6096000"/>
              <a:gd name="connsiteY2" fmla="*/ 3576543 h 4584909"/>
              <a:gd name="connsiteX3" fmla="*/ 5891214 w 6096000"/>
              <a:gd name="connsiteY3" fmla="*/ 3762666 h 4584909"/>
              <a:gd name="connsiteX4" fmla="*/ 3600782 w 6096000"/>
              <a:gd name="connsiteY4" fmla="*/ 4584909 h 4584909"/>
              <a:gd name="connsiteX5" fmla="*/ 0 w 6096000"/>
              <a:gd name="connsiteY5" fmla="*/ 984127 h 4584909"/>
              <a:gd name="connsiteX6" fmla="*/ 73156 w 6096000"/>
              <a:gd name="connsiteY6" fmla="*/ 258444 h 4584909"/>
            </a:gdLst>
            <a:ahLst/>
            <a:cxnLst/>
            <a:rect l="l" t="t" r="r" b="b"/>
            <a:pathLst>
              <a:path w="6096000" h="4584909">
                <a:moveTo>
                  <a:pt x="139608" y="0"/>
                </a:moveTo>
                <a:lnTo>
                  <a:pt x="6096000" y="0"/>
                </a:lnTo>
                <a:lnTo>
                  <a:pt x="6096000" y="3576543"/>
                </a:lnTo>
                <a:lnTo>
                  <a:pt x="5891214" y="3762666"/>
                </a:lnTo>
                <a:cubicBezTo>
                  <a:pt x="5268786" y="4276338"/>
                  <a:pt x="4470819" y="4584909"/>
                  <a:pt x="3600782" y="4584909"/>
                </a:cubicBezTo>
                <a:cubicBezTo>
                  <a:pt x="1612125" y="4584909"/>
                  <a:pt x="0" y="2972784"/>
                  <a:pt x="0" y="984127"/>
                </a:cubicBezTo>
                <a:cubicBezTo>
                  <a:pt x="0" y="735545"/>
                  <a:pt x="25190" y="492846"/>
                  <a:pt x="73156" y="258444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6096000" y="1"/>
            <a:ext cx="6096000" cy="4584909"/>
          </a:xfrm>
          <a:custGeom>
            <a:avLst/>
            <a:gdLst>
              <a:gd name="connsiteX0" fmla="*/ 139608 w 6096000"/>
              <a:gd name="connsiteY0" fmla="*/ 0 h 4584909"/>
              <a:gd name="connsiteX1" fmla="*/ 6096000 w 6096000"/>
              <a:gd name="connsiteY1" fmla="*/ 0 h 4584909"/>
              <a:gd name="connsiteX2" fmla="*/ 6096000 w 6096000"/>
              <a:gd name="connsiteY2" fmla="*/ 3576543 h 4584909"/>
              <a:gd name="connsiteX3" fmla="*/ 5891214 w 6096000"/>
              <a:gd name="connsiteY3" fmla="*/ 3762666 h 4584909"/>
              <a:gd name="connsiteX4" fmla="*/ 3600782 w 6096000"/>
              <a:gd name="connsiteY4" fmla="*/ 4584909 h 4584909"/>
              <a:gd name="connsiteX5" fmla="*/ 0 w 6096000"/>
              <a:gd name="connsiteY5" fmla="*/ 984127 h 4584909"/>
              <a:gd name="connsiteX6" fmla="*/ 73156 w 6096000"/>
              <a:gd name="connsiteY6" fmla="*/ 258444 h 4584909"/>
            </a:gdLst>
            <a:ahLst/>
            <a:cxnLst/>
            <a:rect l="l" t="t" r="r" b="b"/>
            <a:pathLst>
              <a:path w="6096000" h="4584909">
                <a:moveTo>
                  <a:pt x="139608" y="0"/>
                </a:moveTo>
                <a:lnTo>
                  <a:pt x="6096000" y="0"/>
                </a:lnTo>
                <a:lnTo>
                  <a:pt x="6096000" y="3576543"/>
                </a:lnTo>
                <a:lnTo>
                  <a:pt x="5891214" y="3762666"/>
                </a:lnTo>
                <a:cubicBezTo>
                  <a:pt x="5268786" y="4276338"/>
                  <a:pt x="4470819" y="4584909"/>
                  <a:pt x="3600782" y="4584909"/>
                </a:cubicBezTo>
                <a:cubicBezTo>
                  <a:pt x="1612125" y="4584909"/>
                  <a:pt x="0" y="2972784"/>
                  <a:pt x="0" y="984127"/>
                </a:cubicBezTo>
                <a:cubicBezTo>
                  <a:pt x="0" y="735545"/>
                  <a:pt x="25190" y="492846"/>
                  <a:pt x="73156" y="2584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45000"/>
            </a:schemeClr>
          </a:solidFill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6287166" y="1"/>
            <a:ext cx="5904835" cy="4393745"/>
          </a:xfrm>
          <a:custGeom>
            <a:avLst/>
            <a:gdLst>
              <a:gd name="connsiteX0" fmla="*/ 145630 w 5904835"/>
              <a:gd name="connsiteY0" fmla="*/ 0 h 4393745"/>
              <a:gd name="connsiteX1" fmla="*/ 5904835 w 5904835"/>
              <a:gd name="connsiteY1" fmla="*/ 0 h 4393745"/>
              <a:gd name="connsiteX2" fmla="*/ 5904835 w 5904835"/>
              <a:gd name="connsiteY2" fmla="*/ 3302388 h 4393745"/>
              <a:gd name="connsiteX3" fmla="*/ 5820581 w 5904835"/>
              <a:gd name="connsiteY3" fmla="*/ 3395091 h 4393745"/>
              <a:gd name="connsiteX4" fmla="*/ 3409617 w 5904835"/>
              <a:gd name="connsiteY4" fmla="*/ 4393745 h 4393745"/>
              <a:gd name="connsiteX5" fmla="*/ 0 w 5904835"/>
              <a:gd name="connsiteY5" fmla="*/ 984127 h 4393745"/>
              <a:gd name="connsiteX6" fmla="*/ 69271 w 5904835"/>
              <a:gd name="connsiteY6" fmla="*/ 296970 h 4393745"/>
            </a:gdLst>
            <a:ahLst/>
            <a:cxnLst/>
            <a:rect l="l" t="t" r="r" b="b"/>
            <a:pathLst>
              <a:path w="5904835" h="4393745">
                <a:moveTo>
                  <a:pt x="145630" y="0"/>
                </a:moveTo>
                <a:lnTo>
                  <a:pt x="5904835" y="0"/>
                </a:lnTo>
                <a:lnTo>
                  <a:pt x="5904835" y="3302388"/>
                </a:lnTo>
                <a:lnTo>
                  <a:pt x="5820581" y="3395091"/>
                </a:lnTo>
                <a:cubicBezTo>
                  <a:pt x="5203561" y="4012111"/>
                  <a:pt x="4351157" y="4393745"/>
                  <a:pt x="3409617" y="4393745"/>
                </a:cubicBezTo>
                <a:cubicBezTo>
                  <a:pt x="1526537" y="4393745"/>
                  <a:pt x="0" y="2867207"/>
                  <a:pt x="0" y="984127"/>
                </a:cubicBezTo>
                <a:cubicBezTo>
                  <a:pt x="0" y="748742"/>
                  <a:pt x="23852" y="518928"/>
                  <a:pt x="69271" y="29697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>
            <a:alphaModFix/>
          </a:blip>
          <a:srcRect t="1561" b="1561"/>
          <a:stretch>
            <a:fillRect/>
          </a:stretch>
        </p:blipFill>
        <p:spPr>
          <a:xfrm>
            <a:off x="6600826" y="2"/>
            <a:ext cx="5591174" cy="4080083"/>
          </a:xfrm>
          <a:custGeom>
            <a:avLst/>
            <a:gdLst>
              <a:gd name="connsiteX0" fmla="*/ 162424 w 5591174"/>
              <a:gd name="connsiteY0" fmla="*/ 0 h 4080083"/>
              <a:gd name="connsiteX1" fmla="*/ 5591174 w 5591174"/>
              <a:gd name="connsiteY1" fmla="*/ 0 h 4080083"/>
              <a:gd name="connsiteX2" fmla="*/ 5591174 w 5591174"/>
              <a:gd name="connsiteY2" fmla="*/ 2811386 h 4080083"/>
              <a:gd name="connsiteX3" fmla="*/ 5484946 w 5591174"/>
              <a:gd name="connsiteY3" fmla="*/ 2953443 h 4080083"/>
              <a:gd name="connsiteX4" fmla="*/ 3095956 w 5591174"/>
              <a:gd name="connsiteY4" fmla="*/ 4080083 h 4080083"/>
              <a:gd name="connsiteX5" fmla="*/ 0 w 5591174"/>
              <a:gd name="connsiteY5" fmla="*/ 984127 h 4080083"/>
              <a:gd name="connsiteX6" fmla="*/ 139188 w 5591174"/>
              <a:gd name="connsiteY6" fmla="*/ 63485 h 4080083"/>
            </a:gdLst>
            <a:ahLst/>
            <a:cxnLst/>
            <a:rect l="l" t="t" r="r" b="b"/>
            <a:pathLst>
              <a:path w="5591174" h="4080083">
                <a:moveTo>
                  <a:pt x="162424" y="0"/>
                </a:moveTo>
                <a:lnTo>
                  <a:pt x="5591174" y="0"/>
                </a:lnTo>
                <a:lnTo>
                  <a:pt x="5591174" y="2811386"/>
                </a:lnTo>
                <a:lnTo>
                  <a:pt x="5484946" y="2953443"/>
                </a:lnTo>
                <a:cubicBezTo>
                  <a:pt x="4917102" y="3641510"/>
                  <a:pt x="4057746" y="4080083"/>
                  <a:pt x="3095956" y="4080083"/>
                </a:cubicBezTo>
                <a:cubicBezTo>
                  <a:pt x="1386107" y="4080083"/>
                  <a:pt x="0" y="2693976"/>
                  <a:pt x="0" y="984127"/>
                </a:cubicBezTo>
                <a:cubicBezTo>
                  <a:pt x="0" y="663531"/>
                  <a:pt x="48731" y="354315"/>
                  <a:pt x="139188" y="6348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7" name="标题 1"/>
          <p:cNvSpPr txBox="1"/>
          <p:nvPr/>
        </p:nvSpPr>
        <p:spPr>
          <a:xfrm>
            <a:off x="8770712" y="3432630"/>
            <a:ext cx="3421288" cy="3425371"/>
          </a:xfrm>
          <a:custGeom>
            <a:avLst/>
            <a:gdLst>
              <a:gd name="connsiteX0" fmla="*/ 2486355 w 3421288"/>
              <a:gd name="connsiteY0" fmla="*/ 0 h 3425371"/>
              <a:gd name="connsiteX1" fmla="*/ 3225721 w 3421288"/>
              <a:gd name="connsiteY1" fmla="*/ 111782 h 3425371"/>
              <a:gd name="connsiteX2" fmla="*/ 3421288 w 3421288"/>
              <a:gd name="connsiteY2" fmla="*/ 183360 h 3425371"/>
              <a:gd name="connsiteX3" fmla="*/ 3421288 w 3421288"/>
              <a:gd name="connsiteY3" fmla="*/ 3425371 h 3425371"/>
              <a:gd name="connsiteX4" fmla="*/ 184854 w 3421288"/>
              <a:gd name="connsiteY4" fmla="*/ 3425371 h 3425371"/>
              <a:gd name="connsiteX5" fmla="*/ 111781 w 3421288"/>
              <a:gd name="connsiteY5" fmla="*/ 3225721 h 3425371"/>
              <a:gd name="connsiteX6" fmla="*/ 0 w 3421288"/>
              <a:gd name="connsiteY6" fmla="*/ 2486355 h 3425371"/>
              <a:gd name="connsiteX7" fmla="*/ 2486355 w 3421288"/>
              <a:gd name="connsiteY7" fmla="*/ 0 h 3425371"/>
            </a:gdLst>
            <a:ahLst/>
            <a:cxnLst/>
            <a:rect l="l" t="t" r="r" b="b"/>
            <a:pathLst>
              <a:path w="3421288" h="3425371">
                <a:moveTo>
                  <a:pt x="2486355" y="0"/>
                </a:moveTo>
                <a:cubicBezTo>
                  <a:pt x="2743826" y="0"/>
                  <a:pt x="2992156" y="39135"/>
                  <a:pt x="3225721" y="111782"/>
                </a:cubicBezTo>
                <a:lnTo>
                  <a:pt x="3421288" y="183360"/>
                </a:lnTo>
                <a:lnTo>
                  <a:pt x="3421288" y="3425371"/>
                </a:lnTo>
                <a:lnTo>
                  <a:pt x="184854" y="3425371"/>
                </a:lnTo>
                <a:lnTo>
                  <a:pt x="111781" y="3225721"/>
                </a:lnTo>
                <a:cubicBezTo>
                  <a:pt x="39135" y="2992156"/>
                  <a:pt x="0" y="2743826"/>
                  <a:pt x="0" y="2486355"/>
                </a:cubicBezTo>
                <a:cubicBezTo>
                  <a:pt x="0" y="1113179"/>
                  <a:pt x="1113179" y="0"/>
                  <a:pt x="2486355" y="0"/>
                </a:cubicBezTo>
                <a:close/>
              </a:path>
            </a:pathLst>
          </a:custGeom>
          <a:solidFill>
            <a:schemeClr val="accent2"/>
          </a:solidFill>
          <a:ln w="38100" cap="sq">
            <a:solidFill>
              <a:schemeClr val="accent2">
                <a:lumMod val="60000"/>
                <a:lumOff val="40000"/>
              </a:schemeClr>
            </a:solidFill>
            <a:miter/>
          </a:ln>
          <a:effectLst>
            <a:outerShdw blurRad="190500" sx="102000" sy="102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8923112" y="3585030"/>
            <a:ext cx="3268888" cy="3272971"/>
          </a:xfrm>
          <a:custGeom>
            <a:avLst/>
            <a:gdLst>
              <a:gd name="connsiteX0" fmla="*/ 2333955 w 3268888"/>
              <a:gd name="connsiteY0" fmla="*/ 0 h 3272971"/>
              <a:gd name="connsiteX1" fmla="*/ 3242436 w 3268888"/>
              <a:gd name="connsiteY1" fmla="*/ 183414 h 3272971"/>
              <a:gd name="connsiteX2" fmla="*/ 3268888 w 3268888"/>
              <a:gd name="connsiteY2" fmla="*/ 196157 h 3272971"/>
              <a:gd name="connsiteX3" fmla="*/ 3268888 w 3268888"/>
              <a:gd name="connsiteY3" fmla="*/ 728720 h 3272971"/>
              <a:gd name="connsiteX4" fmla="*/ 3220174 w 3268888"/>
              <a:gd name="connsiteY4" fmla="*/ 699125 h 3272971"/>
              <a:gd name="connsiteX5" fmla="*/ 2333955 w 3268888"/>
              <a:gd name="connsiteY5" fmla="*/ 474726 h 3272971"/>
              <a:gd name="connsiteX6" fmla="*/ 474726 w 3268888"/>
              <a:gd name="connsiteY6" fmla="*/ 2333955 h 3272971"/>
              <a:gd name="connsiteX7" fmla="*/ 699125 w 3268888"/>
              <a:gd name="connsiteY7" fmla="*/ 3220174 h 3272971"/>
              <a:gd name="connsiteX8" fmla="*/ 731200 w 3268888"/>
              <a:gd name="connsiteY8" fmla="*/ 3272971 h 3272971"/>
              <a:gd name="connsiteX9" fmla="*/ 198123 w 3268888"/>
              <a:gd name="connsiteY9" fmla="*/ 3272971 h 3272971"/>
              <a:gd name="connsiteX10" fmla="*/ 183414 w 3268888"/>
              <a:gd name="connsiteY10" fmla="*/ 3242436 h 3272971"/>
              <a:gd name="connsiteX11" fmla="*/ 0 w 3268888"/>
              <a:gd name="connsiteY11" fmla="*/ 2333955 h 3272971"/>
              <a:gd name="connsiteX12" fmla="*/ 2333955 w 3268888"/>
              <a:gd name="connsiteY12" fmla="*/ 0 h 3272971"/>
            </a:gdLst>
            <a:ahLst/>
            <a:cxnLst/>
            <a:rect l="l" t="t" r="r" b="b"/>
            <a:pathLst>
              <a:path w="3268888" h="3272971">
                <a:moveTo>
                  <a:pt x="2333955" y="0"/>
                </a:moveTo>
                <a:cubicBezTo>
                  <a:pt x="2656207" y="0"/>
                  <a:pt x="2963205" y="65309"/>
                  <a:pt x="3242436" y="183414"/>
                </a:cubicBezTo>
                <a:lnTo>
                  <a:pt x="3268888" y="196157"/>
                </a:lnTo>
                <a:lnTo>
                  <a:pt x="3268888" y="728720"/>
                </a:lnTo>
                <a:lnTo>
                  <a:pt x="3220174" y="699125"/>
                </a:lnTo>
                <a:cubicBezTo>
                  <a:pt x="2956734" y="556016"/>
                  <a:pt x="2654838" y="474726"/>
                  <a:pt x="2333955" y="474726"/>
                </a:cubicBezTo>
                <a:cubicBezTo>
                  <a:pt x="1307131" y="474726"/>
                  <a:pt x="474726" y="1307131"/>
                  <a:pt x="474726" y="2333955"/>
                </a:cubicBezTo>
                <a:cubicBezTo>
                  <a:pt x="474726" y="2654838"/>
                  <a:pt x="556016" y="2956734"/>
                  <a:pt x="699125" y="3220174"/>
                </a:cubicBezTo>
                <a:lnTo>
                  <a:pt x="731200" y="3272971"/>
                </a:lnTo>
                <a:lnTo>
                  <a:pt x="198123" y="3272971"/>
                </a:lnTo>
                <a:lnTo>
                  <a:pt x="183414" y="3242436"/>
                </a:lnTo>
                <a:cubicBezTo>
                  <a:pt x="65309" y="2963205"/>
                  <a:pt x="0" y="2656207"/>
                  <a:pt x="0" y="2333955"/>
                </a:cubicBezTo>
                <a:cubicBezTo>
                  <a:pt x="0" y="1044947"/>
                  <a:pt x="1044947" y="0"/>
                  <a:pt x="2333955" y="0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6245823" y="3463539"/>
            <a:ext cx="2550430" cy="255043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317500" sx="102000" sy="102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1634647" y="6473186"/>
            <a:ext cx="268882" cy="268882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>
                <a:shade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11733063" y="6553133"/>
            <a:ext cx="89170" cy="108989"/>
          </a:xfrm>
          <a:custGeom>
            <a:avLst/>
            <a:gdLst>
              <a:gd name="connsiteX0" fmla="*/ 1308571 w 1443284"/>
              <a:gd name="connsiteY0" fmla="*/ 676022 h 1764072"/>
              <a:gd name="connsiteX1" fmla="*/ 1308571 w 1443284"/>
              <a:gd name="connsiteY1" fmla="*/ 1087904 h 1764072"/>
              <a:gd name="connsiteX2" fmla="*/ 325189 w 1443284"/>
              <a:gd name="connsiteY2" fmla="*/ 1710749 h 1764072"/>
              <a:gd name="connsiteX3" fmla="*/ 0 w 1443284"/>
              <a:gd name="connsiteY3" fmla="*/ 1545550 h 1764072"/>
              <a:gd name="connsiteX4" fmla="*/ 0 w 1443284"/>
              <a:gd name="connsiteY4" fmla="*/ 218561 h 1764072"/>
              <a:gd name="connsiteX5" fmla="*/ 325189 w 1443284"/>
              <a:gd name="connsiteY5" fmla="*/ 53362 h 1764072"/>
              <a:gd name="connsiteX6" fmla="*/ 1308571 w 1443284"/>
              <a:gd name="connsiteY6" fmla="*/ 676022 h 1764072"/>
            </a:gdLst>
            <a:ahLst/>
            <a:cxnLst/>
            <a:rect l="l" t="t" r="r" b="b"/>
            <a:pathLst>
              <a:path w="1443284" h="1764072">
                <a:moveTo>
                  <a:pt x="1308571" y="676022"/>
                </a:moveTo>
                <a:cubicBezTo>
                  <a:pt x="1488281" y="789689"/>
                  <a:pt x="1488095" y="974236"/>
                  <a:pt x="1308571" y="1087904"/>
                </a:cubicBezTo>
                <a:lnTo>
                  <a:pt x="325189" y="1710749"/>
                </a:lnTo>
                <a:cubicBezTo>
                  <a:pt x="145479" y="1824417"/>
                  <a:pt x="0" y="1750375"/>
                  <a:pt x="0" y="1545550"/>
                </a:cubicBezTo>
                <a:lnTo>
                  <a:pt x="0" y="218561"/>
                </a:lnTo>
                <a:cubicBezTo>
                  <a:pt x="0" y="13551"/>
                  <a:pt x="145666" y="-60305"/>
                  <a:pt x="325189" y="53362"/>
                </a:cubicBezTo>
                <a:lnTo>
                  <a:pt x="1308571" y="676022"/>
                </a:lnTo>
                <a:close/>
              </a:path>
            </a:pathLst>
          </a:custGeom>
          <a:solidFill>
            <a:schemeClr val="accent2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8291051" y="5973620"/>
            <a:ext cx="196692" cy="196691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6570033" y="6147509"/>
            <a:ext cx="143917" cy="14391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5594418" y="1969794"/>
            <a:ext cx="220562" cy="220562"/>
          </a:xfrm>
          <a:prstGeom prst="ellipse">
            <a:avLst/>
          </a:prstGeom>
          <a:solidFill>
            <a:schemeClr val="accent1"/>
          </a:soli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4">
            <a:alphaModFix/>
          </a:blip>
          <a:srcRect l="16667" r="16667"/>
          <a:stretch>
            <a:fillRect/>
          </a:stretch>
        </p:blipFill>
        <p:spPr>
          <a:xfrm>
            <a:off x="6394812" y="3612528"/>
            <a:ext cx="2252452" cy="2252452"/>
          </a:xfrm>
          <a:custGeom>
            <a:avLst/>
            <a:gdLst>
              <a:gd name="connsiteX0" fmla="*/ 1126226 w 2252452"/>
              <a:gd name="connsiteY0" fmla="*/ 0 h 2252452"/>
              <a:gd name="connsiteX1" fmla="*/ 2252452 w 2252452"/>
              <a:gd name="connsiteY1" fmla="*/ 1126226 h 2252452"/>
              <a:gd name="connsiteX2" fmla="*/ 1126226 w 2252452"/>
              <a:gd name="connsiteY2" fmla="*/ 2252452 h 2252452"/>
              <a:gd name="connsiteX3" fmla="*/ 0 w 2252452"/>
              <a:gd name="connsiteY3" fmla="*/ 1126226 h 2252452"/>
              <a:gd name="connsiteX4" fmla="*/ 1126226 w 2252452"/>
              <a:gd name="connsiteY4" fmla="*/ 0 h 2252452"/>
            </a:gdLst>
            <a:ahLst/>
            <a:cxnLst/>
            <a:rect l="l" t="t" r="r" b="b"/>
            <a:pathLst>
              <a:path w="2252452" h="2252452">
                <a:moveTo>
                  <a:pt x="1126226" y="0"/>
                </a:moveTo>
                <a:cubicBezTo>
                  <a:pt x="1748223" y="0"/>
                  <a:pt x="2252452" y="504229"/>
                  <a:pt x="2252452" y="1126226"/>
                </a:cubicBezTo>
                <a:cubicBezTo>
                  <a:pt x="2252452" y="1748223"/>
                  <a:pt x="1748223" y="2252452"/>
                  <a:pt x="1126226" y="2252452"/>
                </a:cubicBezTo>
                <a:cubicBezTo>
                  <a:pt x="504229" y="2252452"/>
                  <a:pt x="0" y="1748223"/>
                  <a:pt x="0" y="1126226"/>
                </a:cubicBezTo>
                <a:cubicBezTo>
                  <a:pt x="0" y="504229"/>
                  <a:pt x="504229" y="0"/>
                  <a:pt x="112622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6" name="标题 1"/>
          <p:cNvSpPr txBox="1"/>
          <p:nvPr/>
        </p:nvSpPr>
        <p:spPr>
          <a:xfrm>
            <a:off x="9687390" y="5367898"/>
            <a:ext cx="2368251" cy="6617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004EE0">
                    <a:alpha val="41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DESIGN</a:t>
            </a: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7571526" y="6160090"/>
            <a:ext cx="545340" cy="54534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1016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8" name="标题 1"/>
          <p:cNvSpPr txBox="1"/>
          <p:nvPr/>
        </p:nvSpPr>
        <p:spPr>
          <a:xfrm rot="20859853">
            <a:off x="7715596" y="6304160"/>
            <a:ext cx="257200" cy="257200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41" name="标题 1"/>
          <p:cNvSpPr txBox="1"/>
          <p:nvPr/>
        </p:nvSpPr>
        <p:spPr>
          <a:xfrm>
            <a:off x="3394640" y="5189116"/>
            <a:ext cx="203757" cy="211874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/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2700000" scaled="0"/>
          </a:gradFill>
          <a:ln w="1860" cap="flat">
            <a:solidFill>
              <a:schemeClr val="bg1">
                <a:alpha val="100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75FF"/>
      </a:accent1>
      <a:accent2>
        <a:srgbClr val="2C75FF"/>
      </a:accent2>
      <a:accent3>
        <a:srgbClr val="2C75FF"/>
      </a:accent3>
      <a:accent4>
        <a:srgbClr val="2C75FF"/>
      </a:accent4>
      <a:accent5>
        <a:srgbClr val="2C75FF"/>
      </a:accent5>
      <a:accent6>
        <a:srgbClr val="2C75FF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646</Words>
  <Application>Microsoft Macintosh PowerPoint</Application>
  <PresentationFormat>宽屏</PresentationFormat>
  <Paragraphs>167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Source Han Sans</vt:lpstr>
      <vt:lpstr>Source Han Sans CN Bold</vt:lpstr>
      <vt:lpstr>Arial</vt:lpstr>
      <vt:lpstr>Source Han Sans CN Regular</vt:lpstr>
      <vt:lpstr>OPPOSans H</vt:lpstr>
      <vt:lpstr>OPPOSans B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drinklessmilktea@gmail.com</cp:lastModifiedBy>
  <cp:revision>2</cp:revision>
  <dcterms:modified xsi:type="dcterms:W3CDTF">2025-05-28T11:13:58Z</dcterms:modified>
</cp:coreProperties>
</file>